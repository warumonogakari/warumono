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13"/>
  </p:notesMasterIdLst>
  <p:sldIdLst>
    <p:sldId id="256" r:id="rId2"/>
    <p:sldId id="257" r:id="rId3"/>
    <p:sldId id="258" r:id="rId4"/>
    <p:sldId id="260" r:id="rId5"/>
    <p:sldId id="263" r:id="rId6"/>
    <p:sldId id="264" r:id="rId7"/>
    <p:sldId id="267" r:id="rId8"/>
    <p:sldId id="265" r:id="rId9"/>
    <p:sldId id="266" r:id="rId10"/>
    <p:sldId id="261" r:id="rId11"/>
    <p:sldId id="259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1" d="100"/>
          <a:sy n="81" d="100"/>
        </p:scale>
        <p:origin x="96" y="2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95631E-6B12-43E3-8BD8-22B72CF3F4B6}" type="datetimeFigureOut">
              <a:rPr kumimoji="1" lang="ja-JP" altLang="en-US" smtClean="0"/>
              <a:t>2025/6/11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4EBCA3-E28B-4374-BFDD-167058D5499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99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4EBCA3-E28B-4374-BFDD-167058D54994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2241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75CA68-99D8-0F81-536B-C22A6B260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23049D-D6E2-7018-860B-D3DAEBA966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0E0CF6A-5105-DB8A-C2D0-F279476AA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112B5-5034-40E3-B591-E9E2AE86CBF5}" type="datetimeFigureOut">
              <a:rPr kumimoji="1" lang="ja-JP" altLang="en-US" smtClean="0"/>
              <a:t>2025/6/11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D24FCD-95C0-EF0B-7CF1-63AC35231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A25490D-8D42-F4FF-20D3-E535F35FD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79025-519F-4F69-BB09-67FA6EA668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4163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B2181CF-5ECB-7860-2E5F-A2C284004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1676F0E-7AC1-0EAC-0A97-4FB7ABC5B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ACDF32-0285-A3CF-B080-518226288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112B5-5034-40E3-B591-E9E2AE86CBF5}" type="datetimeFigureOut">
              <a:rPr kumimoji="1" lang="ja-JP" altLang="en-US" smtClean="0"/>
              <a:t>2025/6/11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D7F371D-3DEE-1A40-E528-574C1231E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BD3B3A8-487F-FCE4-46CD-04C69F51A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79025-519F-4F69-BB09-67FA6EA668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740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50457F-E8FF-FF4B-1512-E0A739C42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D25EB3-2343-5E1A-0909-587416984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823A32-85F5-7E2D-0C54-4955C7AA0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112B5-5034-40E3-B591-E9E2AE86CBF5}" type="datetimeFigureOut">
              <a:rPr kumimoji="1" lang="ja-JP" altLang="en-US" smtClean="0"/>
              <a:t>2025/6/11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624F26A-6926-B24C-9D13-8A99F16EE6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E6C678D-4233-260F-843E-C2099C0E4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79025-519F-4F69-BB09-67FA6EA668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4087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E62BEB-5390-4A5A-D53E-ADDC537BD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F35D59C-6493-7A28-25C9-38CA667B5D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5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BDE5A5A-9883-82EF-8DF5-15F705F4F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7600" y="1825625"/>
            <a:ext cx="51562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B2DCAAC-2794-C96D-5D46-932F270A0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112B5-5034-40E3-B591-E9E2AE86CBF5}" type="datetimeFigureOut">
              <a:rPr kumimoji="1" lang="ja-JP" altLang="en-US" smtClean="0"/>
              <a:t>2025/6/11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C33EB85-B899-BEF3-BA7E-E9696B949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DD4ABF2-3972-6D30-266E-1FF8203EE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79025-519F-4F69-BB09-67FA6EA668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3543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30046E-5DAC-F964-47A8-D17C8DE8A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7" y="365126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AE9A143-A5B9-798A-0BD8-92836CD5C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18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82DD45C-AE7E-06FE-55E9-E94B8CE4D2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18" y="2505075"/>
            <a:ext cx="5158316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70FF79E-EEA9-B230-9EA0-DFDBBFC33C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0D45DE6-3943-E6BA-9558-C749CC7EBF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E2EBACF-49AB-193A-0A1F-23A3DF301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112B5-5034-40E3-B591-E9E2AE86CBF5}" type="datetimeFigureOut">
              <a:rPr kumimoji="1" lang="ja-JP" altLang="en-US" smtClean="0"/>
              <a:t>2025/6/11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116FE77-3295-053E-3E5F-80A2AF322F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D802470-66A5-7FFE-720F-072487EBC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79025-519F-4F69-BB09-67FA6EA668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106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6DA575-FF18-BE84-9794-B9F0DBB67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601239F-B396-9197-E875-11991F758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112B5-5034-40E3-B591-E9E2AE86CBF5}" type="datetimeFigureOut">
              <a:rPr kumimoji="1" lang="ja-JP" altLang="en-US" smtClean="0"/>
              <a:t>2025/6/11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2782505-7308-DE99-7EEE-4D929362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E15C79F-9EC4-9903-E011-057500EE8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79025-519F-4F69-BB09-67FA6EA668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0417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4E8F64-9EF7-DB5F-D8F0-D3A511FD7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112B5-5034-40E3-B591-E9E2AE86CBF5}" type="datetimeFigureOut">
              <a:rPr kumimoji="1" lang="ja-JP" altLang="en-US" smtClean="0"/>
              <a:t>2025/6/11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472C118-DCA4-FFC7-081A-BA625B13A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9F4FE1-6442-58EA-DF57-8116D8CCA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79025-519F-4F69-BB09-67FA6EA668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6273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814C0D-8475-F4EF-0A99-6DE61D6E3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2867FBE-69D6-E135-8849-3D7D04B3E8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D28FC63-CCAF-6370-7166-A48F71B15A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1931811-0048-E6C4-4BE8-7FA2B5877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112B5-5034-40E3-B591-E9E2AE86CBF5}" type="datetimeFigureOut">
              <a:rPr kumimoji="1" lang="ja-JP" altLang="en-US" smtClean="0"/>
              <a:t>2025/6/11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EEC93FB-BA6D-59E0-4BA7-BF9155E97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73D8045-89A6-0602-B31A-352F626F6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79025-519F-4F69-BB09-67FA6EA668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46282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22F991-004A-8222-2944-E5C5A9A3D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18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BA62ADA-7C24-F273-D7AA-BAEAFEF1E0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717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C28775C-4AFA-B306-C64F-CCACA7E3A0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18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E35152A-4AAD-590D-5049-976BE7B6E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112B5-5034-40E3-B591-E9E2AE86CBF5}" type="datetimeFigureOut">
              <a:rPr kumimoji="1" lang="ja-JP" altLang="en-US" smtClean="0"/>
              <a:t>2025/6/11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B20E17-C6D2-832E-EF34-D1FC41560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4BE8BAF-FDA9-8911-65B4-96699D566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79025-519F-4F69-BB09-67FA6EA668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6350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B262C9-C17F-B168-D7F9-7DE5937E3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8084FAA-D9E7-54E9-1002-E6429477E9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E88E15-1A97-FC4B-58BA-35CD9F210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112B5-5034-40E3-B591-E9E2AE86CBF5}" type="datetimeFigureOut">
              <a:rPr kumimoji="1" lang="ja-JP" altLang="en-US" smtClean="0"/>
              <a:t>2025/6/11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7DD361-0095-3D9F-FC03-D80129D48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A907201-53EE-995A-38ED-DBAB7F7E5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79025-519F-4F69-BB09-67FA6EA668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76545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B38AA06-1D02-3BC1-FA7E-1802C41790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7B9B24D-BDA1-8672-FA77-AE875E599F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6835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1B5834B-E090-B758-3CB2-D26FC2BE3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1112B5-5034-40E3-B591-E9E2AE86CBF5}" type="datetimeFigureOut">
              <a:rPr kumimoji="1" lang="ja-JP" altLang="en-US" smtClean="0"/>
              <a:t>2025/6/11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D79194-A654-4ADB-20DD-5803B10D5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AB09DEA-2611-229A-78DC-9C6F10FF0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079025-519F-4F69-BB09-67FA6EA668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7962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A8B61ED-BFBC-8648-B600-5283CFFD3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89B8EE-CB63-D48E-E7F1-64565CB6CA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7519E6D-EF6B-E0DF-583B-E336AFE7FC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1112B5-5034-40E3-B591-E9E2AE86CBF5}" type="datetimeFigureOut">
              <a:rPr kumimoji="1" lang="ja-JP" altLang="en-US" smtClean="0"/>
              <a:t>2025/6/11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F0B57DB-A5A5-1DB6-F383-A118B87B40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E44EBE7-0CFD-8912-5B79-CC8434EE68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079025-519F-4F69-BB09-67FA6EA668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1664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://nuworks.jp/ja/2016/10/26/moving-motivator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ja-JP" b="1" dirty="0" err="1"/>
              <a:t>ValueCard</a:t>
            </a:r>
            <a:r>
              <a:rPr lang="en-US" altLang="ja-JP" b="1" dirty="0"/>
              <a:t> Poker</a:t>
            </a:r>
            <a:br>
              <a:rPr lang="ja-JP" altLang="en-US" b="1" dirty="0"/>
            </a:br>
            <a:r>
              <a:rPr lang="ja-JP" altLang="en-US" b="1" dirty="0"/>
              <a:t>をやってみよう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05498" y="4762335"/>
            <a:ext cx="9144000" cy="1411138"/>
          </a:xfrm>
        </p:spPr>
        <p:txBody>
          <a:bodyPr>
            <a:normAutofit fontScale="85000" lnSpcReduction="20000"/>
          </a:bodyPr>
          <a:lstStyle/>
          <a:p>
            <a:r>
              <a:rPr kumimoji="1" lang="ja-JP" altLang="en-US" dirty="0"/>
              <a:t>加藤裕</a:t>
            </a:r>
            <a:endParaRPr kumimoji="1" lang="en-US" altLang="ja-JP" dirty="0"/>
          </a:p>
          <a:p>
            <a:endParaRPr kumimoji="1" lang="en-US" altLang="ja-JP" dirty="0"/>
          </a:p>
          <a:p>
            <a:r>
              <a:rPr lang="ja-JP" altLang="en-US" dirty="0"/>
              <a:t>初出</a:t>
            </a:r>
            <a:r>
              <a:rPr lang="en-US" altLang="ja-JP" dirty="0"/>
              <a:t>2017/01/14, 04/03</a:t>
            </a:r>
          </a:p>
          <a:p>
            <a:r>
              <a:rPr kumimoji="1" lang="ja-JP" altLang="en-US" dirty="0"/>
              <a:t>改版</a:t>
            </a:r>
            <a:r>
              <a:rPr kumimoji="1" lang="en-US" altLang="ja-JP" dirty="0"/>
              <a:t>2025/6/11</a:t>
            </a:r>
            <a:endParaRPr kumimoji="1" lang="ja-JP" altLang="en-US" dirty="0"/>
          </a:p>
        </p:txBody>
      </p:sp>
      <p:sp>
        <p:nvSpPr>
          <p:cNvPr id="5" name="サブタイトル 2">
            <a:extLst>
              <a:ext uri="{FF2B5EF4-FFF2-40B4-BE49-F238E27FC236}">
                <a16:creationId xmlns:a16="http://schemas.microsoft.com/office/drawing/2014/main" id="{E00580F8-ACCB-6D94-7297-D4206CF80A1E}"/>
              </a:ext>
            </a:extLst>
          </p:cNvPr>
          <p:cNvSpPr txBox="1">
            <a:spLocks/>
          </p:cNvSpPr>
          <p:nvPr/>
        </p:nvSpPr>
        <p:spPr>
          <a:xfrm>
            <a:off x="2585356" y="3848117"/>
            <a:ext cx="6084168" cy="576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kumimoji="1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altLang="ja-JP" dirty="0"/>
              <a:t>S. H. Schwartz </a:t>
            </a:r>
            <a:r>
              <a:rPr lang="ja-JP" altLang="en-US" dirty="0"/>
              <a:t>価値観モデル版</a:t>
            </a:r>
            <a:endParaRPr lang="en-US" altLang="ja-JP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はじめに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ひとりひとり価値観は異なる。</a:t>
            </a:r>
            <a:endParaRPr lang="en-US" altLang="ja-JP" dirty="0"/>
          </a:p>
          <a:p>
            <a:r>
              <a:rPr kumimoji="1" lang="ja-JP" altLang="en-US" dirty="0"/>
              <a:t>モチベーションも異なる。</a:t>
            </a:r>
            <a:endParaRPr kumimoji="1" lang="en-US" altLang="ja-JP" dirty="0"/>
          </a:p>
          <a:p>
            <a:endParaRPr lang="en-US" altLang="ja-JP" dirty="0"/>
          </a:p>
          <a:p>
            <a:r>
              <a:rPr kumimoji="1" lang="ja-JP" altLang="en-US" dirty="0"/>
              <a:t>個々のモチベーションがどこにあるかをお互い理解していると、コミュニケーションがとりやすい。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むかしは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1324744"/>
          </a:xfrm>
        </p:spPr>
        <p:txBody>
          <a:bodyPr/>
          <a:lstStyle/>
          <a:p>
            <a:r>
              <a:rPr lang="ja-JP" altLang="en-US" dirty="0"/>
              <a:t>駅下のおでん屋といった飲み会で明らかに</a:t>
            </a:r>
            <a:endParaRPr lang="en-US" altLang="ja-JP" dirty="0"/>
          </a:p>
          <a:p>
            <a:endParaRPr kumimoji="1"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  <p:sp>
        <p:nvSpPr>
          <p:cNvPr id="4" name="タイトル 1"/>
          <p:cNvSpPr txBox="1"/>
          <p:nvPr/>
        </p:nvSpPr>
        <p:spPr>
          <a:xfrm>
            <a:off x="2133600" y="3006080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dirty="0"/>
              <a:t>いまは</a:t>
            </a:r>
          </a:p>
        </p:txBody>
      </p:sp>
      <p:sp>
        <p:nvSpPr>
          <p:cNvPr id="5" name="コンテンツ プレースホルダー 2"/>
          <p:cNvSpPr txBox="1"/>
          <p:nvPr/>
        </p:nvSpPr>
        <p:spPr>
          <a:xfrm>
            <a:off x="2042864" y="4149080"/>
            <a:ext cx="8229600" cy="132474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なかなかむずかしい。声をかけるにしても、都合つけるにしても。</a:t>
            </a:r>
            <a:endParaRPr lang="en-US" altLang="ja-JP" dirty="0"/>
          </a:p>
          <a:p>
            <a:r>
              <a:rPr lang="ja-JP" altLang="en-US" dirty="0"/>
              <a:t>そもそも加藤は飲めない</a:t>
            </a:r>
            <a:endParaRPr lang="en-US" altLang="ja-JP" dirty="0"/>
          </a:p>
          <a:p>
            <a:endParaRPr lang="en-US" altLang="ja-JP" dirty="0"/>
          </a:p>
          <a:p>
            <a:pPr marL="0" indent="0">
              <a:buNone/>
            </a:pPr>
            <a:endParaRPr lang="ja-JP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で、モティベーションポーカー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１０枚のカードを配る</a:t>
            </a:r>
            <a:endParaRPr lang="en-US" altLang="ja-JP" dirty="0"/>
          </a:p>
          <a:p>
            <a:pPr marL="400050" lvl="1" indent="0">
              <a:buNone/>
            </a:pPr>
            <a:r>
              <a:rPr lang="ja-JP" altLang="en-US" sz="2000" dirty="0"/>
              <a:t>モティベーションの源泉が書いてある</a:t>
            </a:r>
            <a:endParaRPr lang="en-US" altLang="ja-JP" sz="2000" dirty="0"/>
          </a:p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お題の設定</a:t>
            </a:r>
            <a:endParaRPr lang="en-US" altLang="ja-JP" dirty="0"/>
          </a:p>
          <a:p>
            <a:pPr marL="400050" lvl="1" indent="0">
              <a:buNone/>
            </a:pPr>
            <a:r>
              <a:rPr lang="ja-JP" altLang="en-US" sz="2000" dirty="0"/>
              <a:t>私の仕事、会社に向けて、プロジェクトに向けてなど</a:t>
            </a:r>
            <a:endParaRPr lang="en-US" altLang="ja-JP" sz="2000" dirty="0"/>
          </a:p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選ぶ</a:t>
            </a:r>
            <a:endParaRPr lang="en-US" altLang="ja-JP" dirty="0"/>
          </a:p>
          <a:p>
            <a:pPr marL="0" lvl="1" indent="0">
              <a:buNone/>
            </a:pPr>
            <a:r>
              <a:rPr lang="ja-JP" altLang="en-US" sz="2000" dirty="0"/>
              <a:t>　　　３つ選ぶ。選んだら順番をつける</a:t>
            </a: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全員、選んだ３枚を一斉にだす</a:t>
            </a: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発表</a:t>
            </a:r>
            <a:endParaRPr lang="en-US" altLang="ja-JP" dirty="0"/>
          </a:p>
          <a:p>
            <a:pPr marL="400050" lvl="1" indent="0">
              <a:buNone/>
            </a:pPr>
            <a:r>
              <a:rPr lang="ja-JP" altLang="en-US" sz="2000" dirty="0"/>
              <a:t>選んだ３枚を１枚１枚理由をつけて説明する</a:t>
            </a:r>
            <a:endParaRPr lang="en-US" altLang="ja-JP" sz="2000" dirty="0"/>
          </a:p>
          <a:p>
            <a:pPr marL="914400" lvl="1" indent="-514350">
              <a:buFont typeface="+mj-lt"/>
              <a:buAutoNum type="arabicPeriod"/>
            </a:pPr>
            <a:endParaRPr lang="en-US" altLang="ja-JP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やる前の</a:t>
            </a:r>
            <a:r>
              <a:rPr lang="ja-JP" altLang="en-US" dirty="0" err="1"/>
              <a:t>お</a:t>
            </a:r>
            <a:r>
              <a:rPr lang="ja-JP" altLang="en-US" dirty="0"/>
              <a:t>やくそくごと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否定はなし</a:t>
            </a:r>
            <a:endParaRPr kumimoji="1" lang="en-US" altLang="ja-JP" dirty="0"/>
          </a:p>
          <a:p>
            <a:pPr lvl="1"/>
            <a:r>
              <a:rPr lang="ja-JP" altLang="en-US" dirty="0"/>
              <a:t>価値観は人さまざま</a:t>
            </a:r>
            <a:endParaRPr lang="en-US" altLang="ja-JP" dirty="0"/>
          </a:p>
          <a:p>
            <a:pPr lvl="1"/>
            <a:endParaRPr lang="en-US" altLang="ja-JP" dirty="0"/>
          </a:p>
          <a:p>
            <a:r>
              <a:rPr lang="ja-JP" altLang="en-US" dirty="0"/>
              <a:t>正直に</a:t>
            </a:r>
            <a:endParaRPr lang="en-US" altLang="ja-JP" dirty="0"/>
          </a:p>
          <a:p>
            <a:pPr lvl="1"/>
            <a:r>
              <a:rPr lang="ja-JP" altLang="en-US" dirty="0"/>
              <a:t>いつわりのモティベーションをだすと、コミュニケーションがむずかしくなる</a:t>
            </a:r>
            <a:endParaRPr lang="en-US" altLang="ja-JP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やってみよう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１０枚のカードを配る</a:t>
            </a:r>
            <a:endParaRPr lang="en-US" altLang="ja-JP" dirty="0"/>
          </a:p>
          <a:p>
            <a:pPr marL="400050" lvl="1" indent="0">
              <a:buNone/>
            </a:pPr>
            <a:r>
              <a:rPr lang="ja-JP" altLang="en-US" sz="2000" dirty="0"/>
              <a:t>モティベーションの源泉が書いてある</a:t>
            </a:r>
            <a:endParaRPr lang="en-US" altLang="ja-JP" sz="2000" dirty="0"/>
          </a:p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お題の設定</a:t>
            </a:r>
            <a:endParaRPr lang="en-US" altLang="ja-JP" dirty="0"/>
          </a:p>
          <a:p>
            <a:pPr marL="400050" lvl="1" indent="0">
              <a:buNone/>
            </a:pPr>
            <a:r>
              <a:rPr lang="ja-JP" altLang="en-US" sz="2000" dirty="0"/>
              <a:t>私の仕事、会社に向けて、プロジェクトに向けてなど</a:t>
            </a:r>
            <a:endParaRPr lang="en-US" altLang="ja-JP" sz="2000" dirty="0"/>
          </a:p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選ぶ</a:t>
            </a:r>
            <a:endParaRPr lang="en-US" altLang="ja-JP" dirty="0"/>
          </a:p>
          <a:p>
            <a:pPr marL="0" lvl="1" indent="0">
              <a:buNone/>
            </a:pPr>
            <a:r>
              <a:rPr lang="ja-JP" altLang="en-US" sz="2000" dirty="0"/>
              <a:t>　　　３つ選ぶ。選んだら順番をつける</a:t>
            </a: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全員、選んだ３枚を一斉にだす</a:t>
            </a: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発表</a:t>
            </a:r>
            <a:endParaRPr lang="en-US" altLang="ja-JP" dirty="0"/>
          </a:p>
          <a:p>
            <a:pPr marL="400050" lvl="1" indent="0">
              <a:buNone/>
            </a:pPr>
            <a:r>
              <a:rPr lang="ja-JP" altLang="en-US" sz="2000" dirty="0"/>
              <a:t>選んだ３枚を１枚１枚理由をつけて説明する</a:t>
            </a:r>
            <a:endParaRPr lang="en-US" altLang="ja-JP" sz="2000" dirty="0"/>
          </a:p>
          <a:p>
            <a:pPr marL="914400" lvl="1" indent="-514350">
              <a:buFont typeface="+mj-lt"/>
              <a:buAutoNum type="arabicPeriod"/>
            </a:pPr>
            <a:endParaRPr lang="en-US" altLang="ja-JP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F07E8-A0F2-B378-E6A6-1A1A59FB2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10BBF3-28D6-38C2-E0CD-22FBFBF4E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本日のお題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F12092-C514-64E2-6F35-145EB6858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kumimoji="1" lang="ja-JP" altLang="en-US" dirty="0"/>
              <a:t>カードに記載してある単語に「ピン！」ときた</a:t>
            </a:r>
            <a:r>
              <a:rPr kumimoji="1" lang="en-US" altLang="ja-JP" dirty="0"/>
              <a:t>3</a:t>
            </a:r>
            <a:r>
              <a:rPr kumimoji="1" lang="ja-JP" altLang="en-US" dirty="0"/>
              <a:t>枚を選ぶ</a:t>
            </a:r>
            <a:endParaRPr kumimoji="1" lang="en-US" altLang="ja-JP" dirty="0"/>
          </a:p>
          <a:p>
            <a:pPr marL="0" indent="0" algn="ctr">
              <a:buNone/>
            </a:pPr>
            <a:endParaRPr lang="en-US" altLang="ja-JP" dirty="0"/>
          </a:p>
          <a:p>
            <a:pPr marL="0" indent="0" algn="ctr">
              <a:buNone/>
            </a:pPr>
            <a:r>
              <a:rPr lang="ja-JP" altLang="en-US" dirty="0"/>
              <a:t>まずは５枚選ぶ</a:t>
            </a:r>
            <a:endParaRPr lang="en-US" altLang="ja-JP" dirty="0"/>
          </a:p>
          <a:p>
            <a:pPr marL="0" indent="0" algn="ctr">
              <a:buNone/>
            </a:pPr>
            <a:r>
              <a:rPr lang="ja-JP" altLang="en-US" dirty="0"/>
              <a:t>逆に「これはない」というカードを除外していってもよい</a:t>
            </a:r>
            <a:endParaRPr lang="en-US" altLang="ja-JP" dirty="0"/>
          </a:p>
          <a:p>
            <a:pPr marL="0" indent="0" algn="ctr">
              <a:buNone/>
            </a:pPr>
            <a:endParaRPr lang="en-US" altLang="ja-JP" dirty="0"/>
          </a:p>
          <a:p>
            <a:pPr marL="0" indent="0" algn="ctr">
              <a:buNone/>
            </a:pPr>
            <a:r>
              <a:rPr kumimoji="1" lang="ja-JP" altLang="en-US" dirty="0"/>
              <a:t>さらに３枚選ぶ</a:t>
            </a:r>
            <a:endParaRPr kumimoji="1" lang="en-US" altLang="ja-JP" dirty="0"/>
          </a:p>
          <a:p>
            <a:pPr marL="0" indent="0" algn="ctr">
              <a:buNone/>
            </a:pPr>
            <a:endParaRPr lang="en-US" altLang="ja-JP" dirty="0"/>
          </a:p>
          <a:p>
            <a:pPr marL="0" indent="0" algn="ctr">
              <a:buNone/>
            </a:pPr>
            <a:r>
              <a:rPr kumimoji="1" lang="ja-JP" altLang="en-US"/>
              <a:t>最後に、選んだ３枚から順番をつける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57377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本日のお題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ja-JP" altLang="en-US" dirty="0"/>
              <a:t>まず、今までで一番テンションあがった案件・テーマ・プロジェクトを思い起こしてみましょう。</a:t>
            </a:r>
            <a:endParaRPr lang="en-US" altLang="ja-JP" dirty="0"/>
          </a:p>
          <a:p>
            <a:pPr marL="0" indent="0" algn="ctr">
              <a:buNone/>
            </a:pPr>
            <a:endParaRPr lang="en-US" altLang="ja-JP" dirty="0"/>
          </a:p>
          <a:p>
            <a:pPr marL="0" indent="0" algn="ctr">
              <a:buNone/>
            </a:pPr>
            <a:r>
              <a:rPr lang="ja-JP" altLang="en-US" dirty="0"/>
              <a:t>○○になっていると、俄然やる気がでる</a:t>
            </a:r>
            <a:endParaRPr lang="en-US" altLang="ja-JP" dirty="0"/>
          </a:p>
          <a:p>
            <a:pPr marL="0" indent="0" algn="ctr">
              <a:buNone/>
            </a:pPr>
            <a:r>
              <a:rPr kumimoji="1" lang="ja-JP" altLang="en-US" dirty="0"/>
              <a:t>○○な状態になっていたい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発表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ja-JP" altLang="en-US" dirty="0"/>
              <a:t>どんな案件・テーマ・プロジェクトだったか</a:t>
            </a:r>
            <a:endParaRPr lang="en-US" altLang="ja-JP" dirty="0"/>
          </a:p>
          <a:p>
            <a:pPr marL="400050" lvl="1" indent="0">
              <a:buNone/>
            </a:pPr>
            <a:r>
              <a:rPr lang="ja-JP" altLang="en-US" sz="2000" dirty="0"/>
              <a:t>全員が「あの話ね」とわかる程度で</a:t>
            </a:r>
            <a:endParaRPr lang="en-US" altLang="ja-JP" sz="2000" dirty="0"/>
          </a:p>
          <a:p>
            <a:pPr marL="400050" lvl="1" indent="0">
              <a:buNone/>
            </a:pPr>
            <a:endParaRPr lang="en-US" altLang="ja-JP" sz="2000" dirty="0"/>
          </a:p>
          <a:p>
            <a:pPr marL="457200" indent="-457200">
              <a:buFont typeface="+mj-lt"/>
              <a:buAutoNum type="arabicPeriod"/>
            </a:pPr>
            <a:r>
              <a:rPr lang="ja-JP" altLang="en-US" dirty="0"/>
              <a:t>選んだ３枚を１枚１枚理由をつけて説明する</a:t>
            </a:r>
            <a:endParaRPr lang="en-US" altLang="ja-JP" dirty="0"/>
          </a:p>
          <a:p>
            <a:pPr marL="457200" indent="-457200">
              <a:buFont typeface="+mj-lt"/>
              <a:buAutoNum type="arabicPeriod"/>
            </a:pPr>
            <a:endParaRPr lang="en-US" altLang="ja-JP" sz="2000" dirty="0"/>
          </a:p>
          <a:p>
            <a:pPr marL="457200" indent="-457200">
              <a:buFont typeface="+mj-lt"/>
              <a:buAutoNum type="arabicPeriod"/>
            </a:pPr>
            <a:r>
              <a:rPr lang="ja-JP" altLang="en-US" dirty="0">
                <a:latin typeface="+mn-ea"/>
              </a:rPr>
              <a:t>持ち時間</a:t>
            </a:r>
            <a:r>
              <a:rPr lang="en-US" altLang="ja-JP" dirty="0">
                <a:latin typeface="+mn-ea"/>
              </a:rPr>
              <a:t>3</a:t>
            </a:r>
            <a:r>
              <a:rPr lang="ja-JP" altLang="en-US" dirty="0">
                <a:latin typeface="+mn-ea"/>
              </a:rPr>
              <a:t>分</a:t>
            </a:r>
            <a:endParaRPr lang="en-US" altLang="ja-JP" dirty="0">
              <a:latin typeface="+mn-ea"/>
            </a:endParaRPr>
          </a:p>
          <a:p>
            <a:pPr marL="0" indent="0">
              <a:buNone/>
            </a:pPr>
            <a:endParaRPr lang="en-US" altLang="ja-JP" sz="2400" dirty="0"/>
          </a:p>
          <a:p>
            <a:pPr marL="914400" lvl="1" indent="-514350">
              <a:buFont typeface="+mj-lt"/>
              <a:buAutoNum type="arabicPeriod"/>
            </a:pPr>
            <a:endParaRPr lang="en-US" altLang="ja-JP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本日のお題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kumimoji="1" lang="ja-JP" altLang="en-US" dirty="0"/>
              <a:t>私の仕事に対するモティベーション</a:t>
            </a:r>
            <a:endParaRPr kumimoji="1" lang="en-US" altLang="ja-JP" dirty="0"/>
          </a:p>
          <a:p>
            <a:pPr marL="0" indent="0" algn="ctr">
              <a:buNone/>
            </a:pPr>
            <a:endParaRPr lang="en-US" altLang="ja-JP" dirty="0"/>
          </a:p>
          <a:p>
            <a:pPr marL="0" indent="0" algn="ctr">
              <a:buNone/>
            </a:pPr>
            <a:r>
              <a:rPr lang="ja-JP" altLang="en-US" dirty="0"/>
              <a:t>○○になっていると、俄然やる気がでる</a:t>
            </a:r>
            <a:endParaRPr lang="en-US" altLang="ja-JP" dirty="0"/>
          </a:p>
          <a:p>
            <a:pPr marL="0" indent="0" algn="ctr">
              <a:buNone/>
            </a:pPr>
            <a:r>
              <a:rPr kumimoji="1" lang="ja-JP" altLang="en-US" dirty="0"/>
              <a:t>○○な状態になっていたい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参考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2548879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altLang="ja-JP">
                <a:hlinkClick r:id="rId2"/>
              </a:rPr>
              <a:t>http://qiita.com/radiocat/items/5639ae676ce3b52b3a3f</a:t>
            </a:r>
            <a:endParaRPr lang="en-US" altLang="ja-JP"/>
          </a:p>
          <a:p>
            <a:pPr marL="0" indent="0">
              <a:buNone/>
            </a:pPr>
            <a:r>
              <a:rPr lang="en-US" altLang="ja-JP" dirty="0">
                <a:hlinkClick r:id="rId2"/>
              </a:rPr>
              <a:t>http://nuworks.jp/ja/2016/10/26/moving-motivators/</a:t>
            </a:r>
            <a:endParaRPr lang="en-US" altLang="ja-JP" dirty="0"/>
          </a:p>
          <a:p>
            <a:pPr marL="0" indent="0">
              <a:buNone/>
            </a:pPr>
            <a:endParaRPr kumimoji="1" lang="en-US" altLang="ja-JP" dirty="0"/>
          </a:p>
          <a:p>
            <a:pPr marL="0" indent="0">
              <a:buNone/>
            </a:pPr>
            <a:r>
              <a:rPr lang="ja-JP" altLang="en-US" sz="1600" dirty="0"/>
              <a:t>面接の時に聞いてよかった質問と、意味がなかった質問をまとめてみた</a:t>
            </a:r>
            <a:endParaRPr lang="en-US" altLang="ja-JP" sz="1600" dirty="0"/>
          </a:p>
          <a:p>
            <a:pPr marL="0" indent="0">
              <a:buNone/>
            </a:pPr>
            <a:r>
              <a:rPr lang="en-US" altLang="ja-JP" dirty="0"/>
              <a:t>https://www.wantedly.com/companies/Supership/post_articles/52240</a:t>
            </a:r>
            <a:endParaRPr kumimoji="1" lang="ja-JP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Words>428</Words>
  <Application>Microsoft Office PowerPoint</Application>
  <PresentationFormat>ワイド画面</PresentationFormat>
  <Paragraphs>75</Paragraphs>
  <Slides>11</Slides>
  <Notes>1</Notes>
  <HiddenSlides>3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デザインの設定</vt:lpstr>
      <vt:lpstr>ValueCard Poker をやってみよう</vt:lpstr>
      <vt:lpstr>はじめに</vt:lpstr>
      <vt:lpstr>むかしは</vt:lpstr>
      <vt:lpstr>で、モティベーションポーカー</vt:lpstr>
      <vt:lpstr>やる前のおやくそくごと</vt:lpstr>
      <vt:lpstr>やってみよう</vt:lpstr>
      <vt:lpstr>本日のお題</vt:lpstr>
      <vt:lpstr>本日のお題</vt:lpstr>
      <vt:lpstr>発表</vt:lpstr>
      <vt:lpstr>本日のお題</vt:lpstr>
      <vt:lpstr>参考</vt:lpstr>
    </vt:vector>
  </TitlesOfParts>
  <Company>ブラザー工業株式会社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モチベーションポーカー をやってみよう</dc:title>
  <dc:creator>Kato, Hiroshi (BIL-DEV STD) 加藤 裕史</dc:creator>
  <cp:lastModifiedBy>加藤 裕史</cp:lastModifiedBy>
  <cp:revision>10</cp:revision>
  <dcterms:created xsi:type="dcterms:W3CDTF">2017-01-14T04:53:00Z</dcterms:created>
  <dcterms:modified xsi:type="dcterms:W3CDTF">2025-06-11T07:49:23Z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1041-10.8.0.5423</vt:lpwstr>
  </property>
</Properties>
</file>