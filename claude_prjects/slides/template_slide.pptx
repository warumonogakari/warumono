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8F3"/>
    <a:srgbClr val="FFDCF2"/>
    <a:srgbClr val="32B490"/>
    <a:srgbClr val="FFF8E5"/>
    <a:srgbClr val="EFF1E9"/>
    <a:srgbClr val="FFC1E6"/>
    <a:srgbClr val="FFA7FE"/>
    <a:srgbClr val="FF85FF"/>
    <a:srgbClr val="00C55A"/>
    <a:srgbClr val="FFC5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/>
    <p:restoredTop sz="96034" autoAdjust="0"/>
  </p:normalViewPr>
  <p:slideViewPr>
    <p:cSldViewPr snapToGrid="0">
      <p:cViewPr varScale="1">
        <p:scale>
          <a:sx n="104" d="100"/>
          <a:sy n="104" d="100"/>
        </p:scale>
        <p:origin x="1008" y="4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11352"/>
    </p:cViewPr>
  </p:sorterViewPr>
  <p:notesViewPr>
    <p:cSldViewPr snapToGrid="0">
      <p:cViewPr varScale="1">
        <p:scale>
          <a:sx n="92" d="100"/>
          <a:sy n="92" d="100"/>
        </p:scale>
        <p:origin x="4072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F56130A-BDF8-5AB6-708C-D69546488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D15E41-C232-7AC4-4C4D-A2952BCEF2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6EBE9-3A46-8743-9365-A0FB86DBCB69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B8F3B16-357A-3081-B6E1-D9E78B9F25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7A6D18E-D408-478A-A24F-B3DC267874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7F5D5-F815-FB46-8DC9-57344DB81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34842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bg>
      <p:bgPr>
        <a:solidFill>
          <a:srgbClr val="FEF6E3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ctrTitle"/>
          </p:nvPr>
        </p:nvSpPr>
        <p:spPr>
          <a:xfrm>
            <a:off x="914400" y="2130425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B490"/>
              </a:buClr>
              <a:buSzPts val="4400"/>
              <a:buFont typeface="Arial"/>
              <a:buNone/>
              <a:defRPr>
                <a:solidFill>
                  <a:srgbClr val="32B49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E4057"/>
              </a:buClr>
              <a:buSzPts val="3200"/>
              <a:buNone/>
              <a:defRPr>
                <a:solidFill>
                  <a:srgbClr val="3E405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963084" y="4406900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6E3"/>
              </a:buClr>
              <a:buSzPts val="4000"/>
              <a:buFont typeface="Arial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6E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84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E4057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E4057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2"/>
          </p:nvPr>
        </p:nvSpPr>
        <p:spPr>
          <a:xfrm>
            <a:off x="6197600" y="1600200"/>
            <a:ext cx="5384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E4057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E4057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6E3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E4057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E40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E40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E4057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E4057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E4057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3"/>
          </p:nvPr>
        </p:nvSpPr>
        <p:spPr>
          <a:xfrm>
            <a:off x="6193367" y="1535113"/>
            <a:ext cx="53892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E4057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E4057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E4057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4"/>
          </p:nvPr>
        </p:nvSpPr>
        <p:spPr>
          <a:xfrm>
            <a:off x="6193367" y="2174875"/>
            <a:ext cx="5389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E4057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E4057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E4057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&#10;コンテンツ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40112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6E3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E4057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E4057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E4057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body" idx="2"/>
          </p:nvPr>
        </p:nvSpPr>
        <p:spPr>
          <a:xfrm>
            <a:off x="609600" y="1435100"/>
            <a:ext cx="40112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E4057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E4057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E4057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3E4057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3E4057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6E3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2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E4057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3E405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E4057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3E405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E4057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3E405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E405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3E405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E4057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3E4057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E4057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3E4057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3E4057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&#10;縦書きテキスト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6E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 rot="5400000">
            <a:off x="3832949" y="-1623150"/>
            <a:ext cx="45261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 rot="5400000">
            <a:off x="7285049" y="1828788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6E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 rot="5400000">
            <a:off x="1697050" y="-812812"/>
            <a:ext cx="58515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3E4057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タイトルとコンテンツ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B490"/>
              </a:buClr>
              <a:buSzPts val="4400"/>
              <a:buFont typeface="Arial"/>
              <a:buNone/>
              <a:defRPr>
                <a:solidFill>
                  <a:srgbClr val="32B49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E4057"/>
              </a:buClr>
              <a:buSzPts val="3200"/>
              <a:buChar char="•"/>
              <a:defRPr>
                <a:solidFill>
                  <a:srgbClr val="3E4057"/>
                </a:solidFill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E4057"/>
              </a:buClr>
              <a:buSzPts val="2800"/>
              <a:buChar char="–"/>
              <a:defRPr>
                <a:solidFill>
                  <a:srgbClr val="3E4057"/>
                </a:solidFill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E4057"/>
              </a:buClr>
              <a:buSzPts val="2400"/>
              <a:buChar char="•"/>
              <a:defRPr>
                <a:solidFill>
                  <a:srgbClr val="3E4057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Char char="–"/>
              <a:defRPr>
                <a:solidFill>
                  <a:srgbClr val="3E4057"/>
                </a:solidFill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Char char="»"/>
              <a:defRPr>
                <a:solidFill>
                  <a:srgbClr val="3E4057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763723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3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6E3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FEF6E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E4057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3E405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E4057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3E405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E4057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E405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3E405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E4057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3E405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68" r:id="rId7"/>
    <p:sldLayoutId id="2147483669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207">
          <a:extLst>
            <a:ext uri="{FF2B5EF4-FFF2-40B4-BE49-F238E27FC236}">
              <a16:creationId xmlns:a16="http://schemas.microsoft.com/office/drawing/2014/main" id="{CEDB7EBD-11E5-9BC0-58CB-31BAB5E9B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>
            <a:extLst>
              <a:ext uri="{FF2B5EF4-FFF2-40B4-BE49-F238E27FC236}">
                <a16:creationId xmlns:a16="http://schemas.microsoft.com/office/drawing/2014/main" id="{9999DAEA-902F-8899-731D-6A58E5980B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8357" y="31531"/>
            <a:ext cx="6850487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altLang="ja-JP" dirty="0"/>
              <a:t>味噌煮込みスクラム：硬い麺、熱いチーム、じっくり煮込む継続的改善、日本一地味な茶色いイノベーション</a:t>
            </a:r>
            <a:r>
              <a:rPr lang="ja-JP" altLang="en-US"/>
              <a:t/>
            </a:r>
            <a:r>
              <a:rPr lang="en-US" altLang="ja-JP" dirty="0"/>
              <a:t/>
            </a:r>
            <a:r>
              <a:rPr lang="ja-JP" altLang="en-US"/>
              <a:t/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16131</TotalTime>
  <Words>288</Words>
  <Application>Microsoft Macintosh PowerPoint</Application>
  <PresentationFormat>ワイド画面</PresentationFormat>
  <Paragraphs>29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1_Office ​​テーマ</vt:lpstr>
      <vt:lpstr>ところで、おまえ誰よ？</vt:lpstr>
      <vt:lpstr>ところで、おまえ誰よ？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「たいわ」対話・ダイアログを続ける。その仕掛けの実験と検証  よりよいManagementを促す対話・ダイアログとはなにか。一緒に考えてみましょう。  #EM_NAGOYA</dc:title>
  <dc:subject/>
  <dc:creator/>
  <cp:keywords/>
  <dc:description/>
  <cp:lastModifiedBy>裕史 加藤</cp:lastModifiedBy>
  <cp:revision>458</cp:revision>
  <dcterms:modified xsi:type="dcterms:W3CDTF">2026-03-09T08:28:17Z</dcterms:modified>
  <cp:category/>
</cp:coreProperties>
</file>