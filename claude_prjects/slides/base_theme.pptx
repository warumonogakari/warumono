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4"/>
  </p:notesMasterIdLst>
  <p:handoutMasterIdLst>
    <p:handoutMasterId r:id="rId5"/>
  </p:handoutMasterIdLst>
  <p:sldIdLst>
    <p:sldId id="533" r:id="rId2"/>
    <p:sldId id="525" r:id="rId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8F3"/>
    <a:srgbClr val="FFDCF2"/>
    <a:srgbClr val="32B490"/>
    <a:srgbClr val="FFF8E5"/>
    <a:srgbClr val="EFF1E9"/>
    <a:srgbClr val="FFC1E6"/>
    <a:srgbClr val="FFA7FE"/>
    <a:srgbClr val="FF85FF"/>
    <a:srgbClr val="00C55A"/>
    <a:srgbClr val="FFC5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5"/>
    <p:restoredTop sz="96034" autoAdjust="0"/>
  </p:normalViewPr>
  <p:slideViewPr>
    <p:cSldViewPr snapToGrid="0">
      <p:cViewPr varScale="1">
        <p:scale>
          <a:sx n="104" d="100"/>
          <a:sy n="104" d="100"/>
        </p:scale>
        <p:origin x="1008" y="4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11352"/>
    </p:cViewPr>
  </p:sorterViewPr>
  <p:notesViewPr>
    <p:cSldViewPr snapToGrid="0">
      <p:cViewPr varScale="1">
        <p:scale>
          <a:sx n="92" d="100"/>
          <a:sy n="92" d="100"/>
        </p:scale>
        <p:origin x="40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2F56130A-BDF8-5AB6-708C-D695464887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3BD15E41-C232-7AC4-4C4D-A2952BCEF2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76EBE9-3A46-8743-9365-A0FB86DBCB69}" type="datetimeFigureOut">
              <a:rPr kumimoji="1" lang="ja-JP" altLang="en-US" smtClean="0"/>
              <a:t>2026/3/9</a:t>
            </a:fld>
            <a:endParaRPr kumimoji="1" lang="ja-JP" altLang="en-US"/>
          </a:p>
        </p:txBody>
      </p:sp>
      <p:sp>
        <p:nvSpPr>
          <p:cNvPr id="4" name="フッター プレースホルダー 3">
            <a:extLst>
              <a:ext uri="{FF2B5EF4-FFF2-40B4-BE49-F238E27FC236}">
                <a16:creationId xmlns:a16="http://schemas.microsoft.com/office/drawing/2014/main" id="{3B8F3B16-357A-3081-B6E1-D9E78B9F25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C7A6D18E-D408-478A-A24F-B3DC267874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77F5D5-F815-FB46-8DC9-57344DB81A89}" type="slidenum">
              <a:rPr kumimoji="1" lang="ja-JP" altLang="en-US" smtClean="0"/>
              <a:t>‹#›</a:t>
            </a:fld>
            <a:endParaRPr kumimoji="1" lang="ja-JP" altLang="en-US"/>
          </a:p>
        </p:txBody>
      </p:sp>
    </p:spTree>
    <p:extLst>
      <p:ext uri="{BB962C8B-B14F-4D97-AF65-F5344CB8AC3E}">
        <p14:creationId xmlns:p14="http://schemas.microsoft.com/office/powerpoint/2010/main" val="10934842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a:extLst>
            <a:ext uri="{FF2B5EF4-FFF2-40B4-BE49-F238E27FC236}">
              <a16:creationId xmlns:a16="http://schemas.microsoft.com/office/drawing/2014/main" id="{FF21A0D3-3675-16A5-1EA7-B646A8FD9330}"/>
            </a:ext>
          </a:extLst>
        </p:cNvPr>
        <p:cNvGrpSpPr/>
        <p:nvPr/>
      </p:nvGrpSpPr>
      <p:grpSpPr>
        <a:xfrm>
          <a:off x="0" y="0"/>
          <a:ext cx="0" cy="0"/>
          <a:chOff x="0" y="0"/>
          <a:chExt cx="0" cy="0"/>
        </a:xfrm>
      </p:grpSpPr>
      <p:sp>
        <p:nvSpPr>
          <p:cNvPr id="205" name="Google Shape;205;p7:notes">
            <a:extLst>
              <a:ext uri="{FF2B5EF4-FFF2-40B4-BE49-F238E27FC236}">
                <a16:creationId xmlns:a16="http://schemas.microsoft.com/office/drawing/2014/main" id="{940F6B38-4155-DB6F-FF93-06F354CC93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7:notes">
            <a:extLst>
              <a:ext uri="{FF2B5EF4-FFF2-40B4-BE49-F238E27FC236}">
                <a16:creationId xmlns:a16="http://schemas.microsoft.com/office/drawing/2014/main" id="{FEFDF38F-B95F-ABDE-61DC-7ADE1892CA1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35461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bg>
      <p:bgPr>
        <a:solidFill>
          <a:srgbClr val="FEF6E3"/>
        </a:solidFill>
        <a:effectLst/>
      </p:bgPr>
    </p:bg>
    <p:spTree>
      <p:nvGrpSpPr>
        <p:cNvPr id="1" name="Shape 96"/>
        <p:cNvGrpSpPr/>
        <p:nvPr/>
      </p:nvGrpSpPr>
      <p:grpSpPr>
        <a:xfrm>
          <a:off x="0" y="0"/>
          <a:ext cx="0" cy="0"/>
          <a:chOff x="0" y="0"/>
          <a:chExt cx="0" cy="0"/>
        </a:xfrm>
      </p:grpSpPr>
      <p:sp>
        <p:nvSpPr>
          <p:cNvPr id="97" name="Google Shape;97;p16"/>
          <p:cNvSpPr txBox="1">
            <a:spLocks noGrp="1"/>
          </p:cNvSpPr>
          <p:nvPr>
            <p:ph type="ctrTitle"/>
          </p:nvPr>
        </p:nvSpPr>
        <p:spPr>
          <a:xfrm>
            <a:off x="914400" y="2130425"/>
            <a:ext cx="10363200" cy="1470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32B490"/>
              </a:buClr>
              <a:buSzPts val="4400"/>
              <a:buFont typeface="Arial"/>
              <a:buNone/>
              <a:defRPr>
                <a:solidFill>
                  <a:srgbClr val="32B49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16"/>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3E4057"/>
              </a:buClr>
              <a:buSzPts val="3200"/>
              <a:buNone/>
              <a:defRPr>
                <a:solidFill>
                  <a:srgbClr val="3E4057"/>
                </a:solidFill>
                <a:latin typeface="Arial"/>
                <a:ea typeface="Arial"/>
                <a:cs typeface="Arial"/>
                <a:sym typeface="Aria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99" name="Google Shape;99;p16"/>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6"/>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6"/>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963084" y="4406900"/>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FEF6E3"/>
              </a:buClr>
              <a:buSzPts val="4000"/>
              <a:buFont typeface="Arial"/>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7"/>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05" name="Google Shape;105;p17"/>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7"/>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7"/>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FEF6E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8"/>
          <p:cNvSpPr txBox="1">
            <a:spLocks noGrp="1"/>
          </p:cNvSpPr>
          <p:nvPr>
            <p:ph type="body" idx="1"/>
          </p:nvPr>
        </p:nvSpPr>
        <p:spPr>
          <a:xfrm>
            <a:off x="609600" y="1600200"/>
            <a:ext cx="53848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rgbClr val="3E4057"/>
              </a:buClr>
              <a:buSzPts val="2800"/>
              <a:buChar char="•"/>
              <a:defRPr sz="2800"/>
            </a:lvl1pPr>
            <a:lvl2pPr marL="914400" lvl="1" indent="-381000" algn="l">
              <a:lnSpc>
                <a:spcPct val="100000"/>
              </a:lnSpc>
              <a:spcBef>
                <a:spcPts val="480"/>
              </a:spcBef>
              <a:spcAft>
                <a:spcPts val="0"/>
              </a:spcAft>
              <a:buClr>
                <a:srgbClr val="3E4057"/>
              </a:buClr>
              <a:buSzPts val="2400"/>
              <a:buChar char="–"/>
              <a:defRPr sz="2400"/>
            </a:lvl2pPr>
            <a:lvl3pPr marL="1371600" lvl="2" indent="-355600" algn="l">
              <a:lnSpc>
                <a:spcPct val="100000"/>
              </a:lnSpc>
              <a:spcBef>
                <a:spcPts val="400"/>
              </a:spcBef>
              <a:spcAft>
                <a:spcPts val="0"/>
              </a:spcAft>
              <a:buClr>
                <a:srgbClr val="3E4057"/>
              </a:buClr>
              <a:buSzPts val="2000"/>
              <a:buChar char="•"/>
              <a:defRPr sz="2000"/>
            </a:lvl3pPr>
            <a:lvl4pPr marL="1828800" lvl="3" indent="-342900" algn="l">
              <a:lnSpc>
                <a:spcPct val="100000"/>
              </a:lnSpc>
              <a:spcBef>
                <a:spcPts val="360"/>
              </a:spcBef>
              <a:spcAft>
                <a:spcPts val="0"/>
              </a:spcAft>
              <a:buClr>
                <a:srgbClr val="3E4057"/>
              </a:buClr>
              <a:buSzPts val="1800"/>
              <a:buChar char="–"/>
              <a:defRPr sz="1800"/>
            </a:lvl4pPr>
            <a:lvl5pPr marL="2286000" lvl="4" indent="-342900" algn="l">
              <a:lnSpc>
                <a:spcPct val="100000"/>
              </a:lnSpc>
              <a:spcBef>
                <a:spcPts val="360"/>
              </a:spcBef>
              <a:spcAft>
                <a:spcPts val="0"/>
              </a:spcAft>
              <a:buClr>
                <a:srgbClr val="3E4057"/>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1" name="Google Shape;111;p18"/>
          <p:cNvSpPr txBox="1">
            <a:spLocks noGrp="1"/>
          </p:cNvSpPr>
          <p:nvPr>
            <p:ph type="body" idx="2"/>
          </p:nvPr>
        </p:nvSpPr>
        <p:spPr>
          <a:xfrm>
            <a:off x="6197600" y="1600200"/>
            <a:ext cx="53848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rgbClr val="3E4057"/>
              </a:buClr>
              <a:buSzPts val="2800"/>
              <a:buChar char="•"/>
              <a:defRPr sz="2800"/>
            </a:lvl1pPr>
            <a:lvl2pPr marL="914400" lvl="1" indent="-381000" algn="l">
              <a:lnSpc>
                <a:spcPct val="100000"/>
              </a:lnSpc>
              <a:spcBef>
                <a:spcPts val="480"/>
              </a:spcBef>
              <a:spcAft>
                <a:spcPts val="0"/>
              </a:spcAft>
              <a:buClr>
                <a:srgbClr val="3E4057"/>
              </a:buClr>
              <a:buSzPts val="2400"/>
              <a:buChar char="–"/>
              <a:defRPr sz="2400"/>
            </a:lvl2pPr>
            <a:lvl3pPr marL="1371600" lvl="2" indent="-355600" algn="l">
              <a:lnSpc>
                <a:spcPct val="100000"/>
              </a:lnSpc>
              <a:spcBef>
                <a:spcPts val="400"/>
              </a:spcBef>
              <a:spcAft>
                <a:spcPts val="0"/>
              </a:spcAft>
              <a:buClr>
                <a:srgbClr val="3E4057"/>
              </a:buClr>
              <a:buSzPts val="2000"/>
              <a:buChar char="•"/>
              <a:defRPr sz="2000"/>
            </a:lvl3pPr>
            <a:lvl4pPr marL="1828800" lvl="3" indent="-342900" algn="l">
              <a:lnSpc>
                <a:spcPct val="100000"/>
              </a:lnSpc>
              <a:spcBef>
                <a:spcPts val="360"/>
              </a:spcBef>
              <a:spcAft>
                <a:spcPts val="0"/>
              </a:spcAft>
              <a:buClr>
                <a:srgbClr val="3E4057"/>
              </a:buClr>
              <a:buSzPts val="1800"/>
              <a:buChar char="–"/>
              <a:defRPr sz="1800"/>
            </a:lvl4pPr>
            <a:lvl5pPr marL="2286000" lvl="4" indent="-342900" algn="l">
              <a:lnSpc>
                <a:spcPct val="100000"/>
              </a:lnSpc>
              <a:spcBef>
                <a:spcPts val="360"/>
              </a:spcBef>
              <a:spcAft>
                <a:spcPts val="0"/>
              </a:spcAft>
              <a:buClr>
                <a:srgbClr val="3E4057"/>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2" name="Google Shape;112;p18"/>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FEF6E3"/>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19"/>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3E4057"/>
              </a:buClr>
              <a:buSzPts val="2400"/>
              <a:buNone/>
              <a:defRPr sz="2400" b="1"/>
            </a:lvl1pPr>
            <a:lvl2pPr marL="914400" lvl="1" indent="-228600" algn="l">
              <a:lnSpc>
                <a:spcPct val="100000"/>
              </a:lnSpc>
              <a:spcBef>
                <a:spcPts val="400"/>
              </a:spcBef>
              <a:spcAft>
                <a:spcPts val="0"/>
              </a:spcAft>
              <a:buClr>
                <a:srgbClr val="3E4057"/>
              </a:buClr>
              <a:buSzPts val="2000"/>
              <a:buNone/>
              <a:defRPr sz="2000" b="1"/>
            </a:lvl2pPr>
            <a:lvl3pPr marL="1371600" lvl="2" indent="-228600" algn="l">
              <a:lnSpc>
                <a:spcPct val="100000"/>
              </a:lnSpc>
              <a:spcBef>
                <a:spcPts val="360"/>
              </a:spcBef>
              <a:spcAft>
                <a:spcPts val="0"/>
              </a:spcAft>
              <a:buClr>
                <a:srgbClr val="3E4057"/>
              </a:buClr>
              <a:buSzPts val="1800"/>
              <a:buNone/>
              <a:defRPr sz="1800" b="1"/>
            </a:lvl3pPr>
            <a:lvl4pPr marL="1828800" lvl="3" indent="-228600" algn="l">
              <a:lnSpc>
                <a:spcPct val="100000"/>
              </a:lnSpc>
              <a:spcBef>
                <a:spcPts val="320"/>
              </a:spcBef>
              <a:spcAft>
                <a:spcPts val="0"/>
              </a:spcAft>
              <a:buClr>
                <a:srgbClr val="3E4057"/>
              </a:buClr>
              <a:buSzPts val="1600"/>
              <a:buNone/>
              <a:defRPr sz="1600" b="1"/>
            </a:lvl4pPr>
            <a:lvl5pPr marL="2286000" lvl="4" indent="-228600" algn="l">
              <a:lnSpc>
                <a:spcPct val="100000"/>
              </a:lnSpc>
              <a:spcBef>
                <a:spcPts val="320"/>
              </a:spcBef>
              <a:spcAft>
                <a:spcPts val="0"/>
              </a:spcAft>
              <a:buClr>
                <a:srgbClr val="3E4057"/>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18" name="Google Shape;118;p19"/>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rgbClr val="3E4057"/>
              </a:buClr>
              <a:buSzPts val="2400"/>
              <a:buChar char="•"/>
              <a:defRPr sz="2400"/>
            </a:lvl1pPr>
            <a:lvl2pPr marL="914400" lvl="1" indent="-355600" algn="l">
              <a:lnSpc>
                <a:spcPct val="100000"/>
              </a:lnSpc>
              <a:spcBef>
                <a:spcPts val="400"/>
              </a:spcBef>
              <a:spcAft>
                <a:spcPts val="0"/>
              </a:spcAft>
              <a:buClr>
                <a:srgbClr val="3E4057"/>
              </a:buClr>
              <a:buSzPts val="2000"/>
              <a:buChar char="–"/>
              <a:defRPr sz="2000"/>
            </a:lvl2pPr>
            <a:lvl3pPr marL="1371600" lvl="2" indent="-342900" algn="l">
              <a:lnSpc>
                <a:spcPct val="100000"/>
              </a:lnSpc>
              <a:spcBef>
                <a:spcPts val="360"/>
              </a:spcBef>
              <a:spcAft>
                <a:spcPts val="0"/>
              </a:spcAft>
              <a:buClr>
                <a:srgbClr val="3E4057"/>
              </a:buClr>
              <a:buSzPts val="1800"/>
              <a:buChar char="•"/>
              <a:defRPr sz="1800"/>
            </a:lvl3pPr>
            <a:lvl4pPr marL="1828800" lvl="3" indent="-330200" algn="l">
              <a:lnSpc>
                <a:spcPct val="100000"/>
              </a:lnSpc>
              <a:spcBef>
                <a:spcPts val="320"/>
              </a:spcBef>
              <a:spcAft>
                <a:spcPts val="0"/>
              </a:spcAft>
              <a:buClr>
                <a:srgbClr val="3E4057"/>
              </a:buClr>
              <a:buSzPts val="1600"/>
              <a:buChar char="–"/>
              <a:defRPr sz="1600"/>
            </a:lvl4pPr>
            <a:lvl5pPr marL="2286000" lvl="4" indent="-330200" algn="l">
              <a:lnSpc>
                <a:spcPct val="100000"/>
              </a:lnSpc>
              <a:spcBef>
                <a:spcPts val="320"/>
              </a:spcBef>
              <a:spcAft>
                <a:spcPts val="0"/>
              </a:spcAft>
              <a:buClr>
                <a:srgbClr val="3E4057"/>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19" name="Google Shape;119;p19"/>
          <p:cNvSpPr txBox="1">
            <a:spLocks noGrp="1"/>
          </p:cNvSpPr>
          <p:nvPr>
            <p:ph type="body" idx="3"/>
          </p:nvPr>
        </p:nvSpPr>
        <p:spPr>
          <a:xfrm>
            <a:off x="6193367" y="1535113"/>
            <a:ext cx="53892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3E4057"/>
              </a:buClr>
              <a:buSzPts val="2400"/>
              <a:buNone/>
              <a:defRPr sz="2400" b="1"/>
            </a:lvl1pPr>
            <a:lvl2pPr marL="914400" lvl="1" indent="-228600" algn="l">
              <a:lnSpc>
                <a:spcPct val="100000"/>
              </a:lnSpc>
              <a:spcBef>
                <a:spcPts val="400"/>
              </a:spcBef>
              <a:spcAft>
                <a:spcPts val="0"/>
              </a:spcAft>
              <a:buClr>
                <a:srgbClr val="3E4057"/>
              </a:buClr>
              <a:buSzPts val="2000"/>
              <a:buNone/>
              <a:defRPr sz="2000" b="1"/>
            </a:lvl2pPr>
            <a:lvl3pPr marL="1371600" lvl="2" indent="-228600" algn="l">
              <a:lnSpc>
                <a:spcPct val="100000"/>
              </a:lnSpc>
              <a:spcBef>
                <a:spcPts val="360"/>
              </a:spcBef>
              <a:spcAft>
                <a:spcPts val="0"/>
              </a:spcAft>
              <a:buClr>
                <a:srgbClr val="3E4057"/>
              </a:buClr>
              <a:buSzPts val="1800"/>
              <a:buNone/>
              <a:defRPr sz="1800" b="1"/>
            </a:lvl3pPr>
            <a:lvl4pPr marL="1828800" lvl="3" indent="-228600" algn="l">
              <a:lnSpc>
                <a:spcPct val="100000"/>
              </a:lnSpc>
              <a:spcBef>
                <a:spcPts val="320"/>
              </a:spcBef>
              <a:spcAft>
                <a:spcPts val="0"/>
              </a:spcAft>
              <a:buClr>
                <a:srgbClr val="3E4057"/>
              </a:buClr>
              <a:buSzPts val="1600"/>
              <a:buNone/>
              <a:defRPr sz="1600" b="1"/>
            </a:lvl4pPr>
            <a:lvl5pPr marL="2286000" lvl="4" indent="-228600" algn="l">
              <a:lnSpc>
                <a:spcPct val="100000"/>
              </a:lnSpc>
              <a:spcBef>
                <a:spcPts val="320"/>
              </a:spcBef>
              <a:spcAft>
                <a:spcPts val="0"/>
              </a:spcAft>
              <a:buClr>
                <a:srgbClr val="3E4057"/>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20" name="Google Shape;120;p19"/>
          <p:cNvSpPr txBox="1">
            <a:spLocks noGrp="1"/>
          </p:cNvSpPr>
          <p:nvPr>
            <p:ph type="body" idx="4"/>
          </p:nvPr>
        </p:nvSpPr>
        <p:spPr>
          <a:xfrm>
            <a:off x="6193367" y="2174875"/>
            <a:ext cx="53892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rgbClr val="3E4057"/>
              </a:buClr>
              <a:buSzPts val="2400"/>
              <a:buChar char="•"/>
              <a:defRPr sz="2400"/>
            </a:lvl1pPr>
            <a:lvl2pPr marL="914400" lvl="1" indent="-355600" algn="l">
              <a:lnSpc>
                <a:spcPct val="100000"/>
              </a:lnSpc>
              <a:spcBef>
                <a:spcPts val="400"/>
              </a:spcBef>
              <a:spcAft>
                <a:spcPts val="0"/>
              </a:spcAft>
              <a:buClr>
                <a:srgbClr val="3E4057"/>
              </a:buClr>
              <a:buSzPts val="2000"/>
              <a:buChar char="–"/>
              <a:defRPr sz="2000"/>
            </a:lvl2pPr>
            <a:lvl3pPr marL="1371600" lvl="2" indent="-342900" algn="l">
              <a:lnSpc>
                <a:spcPct val="100000"/>
              </a:lnSpc>
              <a:spcBef>
                <a:spcPts val="360"/>
              </a:spcBef>
              <a:spcAft>
                <a:spcPts val="0"/>
              </a:spcAft>
              <a:buClr>
                <a:srgbClr val="3E4057"/>
              </a:buClr>
              <a:buSzPts val="1800"/>
              <a:buChar char="•"/>
              <a:defRPr sz="1800"/>
            </a:lvl3pPr>
            <a:lvl4pPr marL="1828800" lvl="3" indent="-330200" algn="l">
              <a:lnSpc>
                <a:spcPct val="100000"/>
              </a:lnSpc>
              <a:spcBef>
                <a:spcPts val="320"/>
              </a:spcBef>
              <a:spcAft>
                <a:spcPts val="0"/>
              </a:spcAft>
              <a:buClr>
                <a:srgbClr val="3E4057"/>
              </a:buClr>
              <a:buSzPts val="1600"/>
              <a:buChar char="–"/>
              <a:defRPr sz="1600"/>
            </a:lvl4pPr>
            <a:lvl5pPr marL="2286000" lvl="4" indent="-330200" algn="l">
              <a:lnSpc>
                <a:spcPct val="100000"/>
              </a:lnSpc>
              <a:spcBef>
                <a:spcPts val="320"/>
              </a:spcBef>
              <a:spcAft>
                <a:spcPts val="0"/>
              </a:spcAft>
              <a:buClr>
                <a:srgbClr val="3E4057"/>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21" name="Google Shape;121;p19"/>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19"/>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19"/>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タイトル付きの&#10;コンテンツ" type="objTx">
  <p:cSld name="OBJECT_WITH_CAPTION_TEXT">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609600" y="273050"/>
            <a:ext cx="4011200" cy="11619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EF6E3"/>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21"/>
          <p:cNvSpPr txBox="1">
            <a:spLocks noGrp="1"/>
          </p:cNvSpPr>
          <p:nvPr>
            <p:ph type="body" idx="1"/>
          </p:nvPr>
        </p:nvSpPr>
        <p:spPr>
          <a:xfrm>
            <a:off x="4766733" y="273050"/>
            <a:ext cx="6815600" cy="5853000"/>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rgbClr val="3E4057"/>
              </a:buClr>
              <a:buSzPts val="3200"/>
              <a:buChar char="•"/>
              <a:defRPr sz="3200"/>
            </a:lvl1pPr>
            <a:lvl2pPr marL="914400" lvl="1" indent="-406400" algn="l">
              <a:lnSpc>
                <a:spcPct val="100000"/>
              </a:lnSpc>
              <a:spcBef>
                <a:spcPts val="560"/>
              </a:spcBef>
              <a:spcAft>
                <a:spcPts val="0"/>
              </a:spcAft>
              <a:buClr>
                <a:srgbClr val="3E4057"/>
              </a:buClr>
              <a:buSzPts val="2800"/>
              <a:buChar char="–"/>
              <a:defRPr sz="2800"/>
            </a:lvl2pPr>
            <a:lvl3pPr marL="1371600" lvl="2" indent="-381000" algn="l">
              <a:lnSpc>
                <a:spcPct val="100000"/>
              </a:lnSpc>
              <a:spcBef>
                <a:spcPts val="480"/>
              </a:spcBef>
              <a:spcAft>
                <a:spcPts val="0"/>
              </a:spcAft>
              <a:buClr>
                <a:srgbClr val="3E4057"/>
              </a:buClr>
              <a:buSzPts val="2400"/>
              <a:buChar char="•"/>
              <a:defRPr sz="2400"/>
            </a:lvl3pPr>
            <a:lvl4pPr marL="1828800" lvl="3" indent="-355600" algn="l">
              <a:lnSpc>
                <a:spcPct val="100000"/>
              </a:lnSpc>
              <a:spcBef>
                <a:spcPts val="400"/>
              </a:spcBef>
              <a:spcAft>
                <a:spcPts val="0"/>
              </a:spcAft>
              <a:buClr>
                <a:srgbClr val="3E4057"/>
              </a:buClr>
              <a:buSzPts val="2000"/>
              <a:buChar char="–"/>
              <a:defRPr sz="2000"/>
            </a:lvl4pPr>
            <a:lvl5pPr marL="2286000" lvl="4" indent="-355600" algn="l">
              <a:lnSpc>
                <a:spcPct val="100000"/>
              </a:lnSpc>
              <a:spcBef>
                <a:spcPts val="400"/>
              </a:spcBef>
              <a:spcAft>
                <a:spcPts val="0"/>
              </a:spcAft>
              <a:buClr>
                <a:srgbClr val="3E4057"/>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32" name="Google Shape;132;p21"/>
          <p:cNvSpPr txBox="1">
            <a:spLocks noGrp="1"/>
          </p:cNvSpPr>
          <p:nvPr>
            <p:ph type="body" idx="2"/>
          </p:nvPr>
        </p:nvSpPr>
        <p:spPr>
          <a:xfrm>
            <a:off x="609600" y="1435100"/>
            <a:ext cx="4011200" cy="46911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rgbClr val="3E4057"/>
              </a:buClr>
              <a:buSzPts val="1400"/>
              <a:buNone/>
              <a:defRPr sz="1400"/>
            </a:lvl1pPr>
            <a:lvl2pPr marL="914400" lvl="1" indent="-228600" algn="l">
              <a:lnSpc>
                <a:spcPct val="100000"/>
              </a:lnSpc>
              <a:spcBef>
                <a:spcPts val="240"/>
              </a:spcBef>
              <a:spcAft>
                <a:spcPts val="0"/>
              </a:spcAft>
              <a:buClr>
                <a:srgbClr val="3E4057"/>
              </a:buClr>
              <a:buSzPts val="1200"/>
              <a:buNone/>
              <a:defRPr sz="1200"/>
            </a:lvl2pPr>
            <a:lvl3pPr marL="1371600" lvl="2" indent="-228600" algn="l">
              <a:lnSpc>
                <a:spcPct val="100000"/>
              </a:lnSpc>
              <a:spcBef>
                <a:spcPts val="200"/>
              </a:spcBef>
              <a:spcAft>
                <a:spcPts val="0"/>
              </a:spcAft>
              <a:buClr>
                <a:srgbClr val="3E4057"/>
              </a:buClr>
              <a:buSzPts val="1000"/>
              <a:buNone/>
              <a:defRPr sz="1000"/>
            </a:lvl3pPr>
            <a:lvl4pPr marL="1828800" lvl="3" indent="-228600" algn="l">
              <a:lnSpc>
                <a:spcPct val="100000"/>
              </a:lnSpc>
              <a:spcBef>
                <a:spcPts val="180"/>
              </a:spcBef>
              <a:spcAft>
                <a:spcPts val="0"/>
              </a:spcAft>
              <a:buClr>
                <a:srgbClr val="3E4057"/>
              </a:buClr>
              <a:buSzPts val="900"/>
              <a:buNone/>
              <a:defRPr sz="900"/>
            </a:lvl4pPr>
            <a:lvl5pPr marL="2286000" lvl="4" indent="-228600" algn="l">
              <a:lnSpc>
                <a:spcPct val="100000"/>
              </a:lnSpc>
              <a:spcBef>
                <a:spcPts val="180"/>
              </a:spcBef>
              <a:spcAft>
                <a:spcPts val="0"/>
              </a:spcAft>
              <a:buClr>
                <a:srgbClr val="3E4057"/>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3" name="Google Shape;133;p21"/>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21"/>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21"/>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EF6E3"/>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22"/>
          <p:cNvSpPr>
            <a:spLocks noGrp="1"/>
          </p:cNvSpPr>
          <p:nvPr>
            <p:ph type="pic" idx="2"/>
          </p:nvPr>
        </p:nvSpPr>
        <p:spPr>
          <a:xfrm>
            <a:off x="2389717" y="612775"/>
            <a:ext cx="7315200" cy="4114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rgbClr val="3E4057"/>
              </a:buClr>
              <a:buSzPts val="3200"/>
              <a:buFont typeface="Arial"/>
              <a:buNone/>
              <a:defRPr sz="3200" b="0" i="0" u="none" strike="noStrike" cap="none">
                <a:solidFill>
                  <a:srgbClr val="3E4057"/>
                </a:solidFill>
                <a:latin typeface="Arial"/>
                <a:ea typeface="Arial"/>
                <a:cs typeface="Arial"/>
                <a:sym typeface="Arial"/>
              </a:defRPr>
            </a:lvl1pPr>
            <a:lvl2pPr marR="0" lvl="1" algn="l" rtl="0">
              <a:lnSpc>
                <a:spcPct val="100000"/>
              </a:lnSpc>
              <a:spcBef>
                <a:spcPts val="560"/>
              </a:spcBef>
              <a:spcAft>
                <a:spcPts val="0"/>
              </a:spcAft>
              <a:buClr>
                <a:srgbClr val="3E4057"/>
              </a:buClr>
              <a:buSzPts val="2800"/>
              <a:buFont typeface="Arial"/>
              <a:buNone/>
              <a:defRPr sz="2800" b="0" i="0" u="none" strike="noStrike" cap="none">
                <a:solidFill>
                  <a:srgbClr val="3E4057"/>
                </a:solidFill>
                <a:latin typeface="Arial"/>
                <a:ea typeface="Arial"/>
                <a:cs typeface="Arial"/>
                <a:sym typeface="Arial"/>
              </a:defRPr>
            </a:lvl2pPr>
            <a:lvl3pPr marR="0" lvl="2" algn="l" rtl="0">
              <a:lnSpc>
                <a:spcPct val="100000"/>
              </a:lnSpc>
              <a:spcBef>
                <a:spcPts val="480"/>
              </a:spcBef>
              <a:spcAft>
                <a:spcPts val="0"/>
              </a:spcAft>
              <a:buClr>
                <a:srgbClr val="3E4057"/>
              </a:buClr>
              <a:buSzPts val="2400"/>
              <a:buFont typeface="Arial"/>
              <a:buNone/>
              <a:defRPr sz="2400" b="0" i="0" u="none" strike="noStrike" cap="none">
                <a:solidFill>
                  <a:srgbClr val="3E4057"/>
                </a:solidFill>
                <a:latin typeface="Arial"/>
                <a:ea typeface="Arial"/>
                <a:cs typeface="Arial"/>
                <a:sym typeface="Arial"/>
              </a:defRPr>
            </a:lvl3pPr>
            <a:lvl4pPr marR="0" lvl="3" algn="l" rtl="0">
              <a:lnSpc>
                <a:spcPct val="100000"/>
              </a:lnSpc>
              <a:spcBef>
                <a:spcPts val="400"/>
              </a:spcBef>
              <a:spcAft>
                <a:spcPts val="0"/>
              </a:spcAft>
              <a:buClr>
                <a:srgbClr val="3E4057"/>
              </a:buClr>
              <a:buSzPts val="2000"/>
              <a:buFont typeface="Arial"/>
              <a:buNone/>
              <a:defRPr sz="2000" b="0" i="0" u="none" strike="noStrike" cap="none">
                <a:solidFill>
                  <a:srgbClr val="3E4057"/>
                </a:solidFill>
                <a:latin typeface="Arial"/>
                <a:ea typeface="Arial"/>
                <a:cs typeface="Arial"/>
                <a:sym typeface="Arial"/>
              </a:defRPr>
            </a:lvl4pPr>
            <a:lvl5pPr marR="0" lvl="4" algn="l" rtl="0">
              <a:lnSpc>
                <a:spcPct val="100000"/>
              </a:lnSpc>
              <a:spcBef>
                <a:spcPts val="400"/>
              </a:spcBef>
              <a:spcAft>
                <a:spcPts val="0"/>
              </a:spcAft>
              <a:buClr>
                <a:srgbClr val="3E4057"/>
              </a:buClr>
              <a:buSzPts val="2000"/>
              <a:buFont typeface="Arial"/>
              <a:buNone/>
              <a:defRPr sz="2000" b="0" i="0" u="none" strike="noStrike" cap="none">
                <a:solidFill>
                  <a:srgbClr val="3E4057"/>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39" name="Google Shape;139;p22"/>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rgbClr val="3E4057"/>
              </a:buClr>
              <a:buSzPts val="1400"/>
              <a:buNone/>
              <a:defRPr sz="1400"/>
            </a:lvl1pPr>
            <a:lvl2pPr marL="914400" lvl="1" indent="-228600" algn="l">
              <a:lnSpc>
                <a:spcPct val="100000"/>
              </a:lnSpc>
              <a:spcBef>
                <a:spcPts val="240"/>
              </a:spcBef>
              <a:spcAft>
                <a:spcPts val="0"/>
              </a:spcAft>
              <a:buClr>
                <a:srgbClr val="3E4057"/>
              </a:buClr>
              <a:buSzPts val="1200"/>
              <a:buNone/>
              <a:defRPr sz="1200"/>
            </a:lvl2pPr>
            <a:lvl3pPr marL="1371600" lvl="2" indent="-228600" algn="l">
              <a:lnSpc>
                <a:spcPct val="100000"/>
              </a:lnSpc>
              <a:spcBef>
                <a:spcPts val="200"/>
              </a:spcBef>
              <a:spcAft>
                <a:spcPts val="0"/>
              </a:spcAft>
              <a:buClr>
                <a:srgbClr val="3E4057"/>
              </a:buClr>
              <a:buSzPts val="1000"/>
              <a:buNone/>
              <a:defRPr sz="1000"/>
            </a:lvl3pPr>
            <a:lvl4pPr marL="1828800" lvl="3" indent="-228600" algn="l">
              <a:lnSpc>
                <a:spcPct val="100000"/>
              </a:lnSpc>
              <a:spcBef>
                <a:spcPts val="180"/>
              </a:spcBef>
              <a:spcAft>
                <a:spcPts val="0"/>
              </a:spcAft>
              <a:buClr>
                <a:srgbClr val="3E4057"/>
              </a:buClr>
              <a:buSzPts val="900"/>
              <a:buNone/>
              <a:defRPr sz="900"/>
            </a:lvl4pPr>
            <a:lvl5pPr marL="2286000" lvl="4" indent="-228600" algn="l">
              <a:lnSpc>
                <a:spcPct val="100000"/>
              </a:lnSpc>
              <a:spcBef>
                <a:spcPts val="180"/>
              </a:spcBef>
              <a:spcAft>
                <a:spcPts val="0"/>
              </a:spcAft>
              <a:buClr>
                <a:srgbClr val="3E4057"/>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40" name="Google Shape;140;p22"/>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22"/>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22"/>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と&#10;縦書きテキスト" type="vertTx">
  <p:cSld name="VERTICAL_TEXT">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FEF6E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23"/>
          <p:cNvSpPr txBox="1">
            <a:spLocks noGrp="1"/>
          </p:cNvSpPr>
          <p:nvPr>
            <p:ph type="body" idx="1"/>
          </p:nvPr>
        </p:nvSpPr>
        <p:spPr>
          <a:xfrm rot="5400000">
            <a:off x="3832949" y="-1623150"/>
            <a:ext cx="4526100" cy="10972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3E4057"/>
              </a:buClr>
              <a:buSzPts val="1800"/>
              <a:buChar char="•"/>
              <a:defRPr/>
            </a:lvl1pPr>
            <a:lvl2pPr marL="914400" lvl="1" indent="-342900" algn="l">
              <a:lnSpc>
                <a:spcPct val="100000"/>
              </a:lnSpc>
              <a:spcBef>
                <a:spcPts val="360"/>
              </a:spcBef>
              <a:spcAft>
                <a:spcPts val="0"/>
              </a:spcAft>
              <a:buClr>
                <a:srgbClr val="3E4057"/>
              </a:buClr>
              <a:buSzPts val="1800"/>
              <a:buChar char="–"/>
              <a:defRPr/>
            </a:lvl2pPr>
            <a:lvl3pPr marL="1371600" lvl="2" indent="-342900" algn="l">
              <a:lnSpc>
                <a:spcPct val="100000"/>
              </a:lnSpc>
              <a:spcBef>
                <a:spcPts val="360"/>
              </a:spcBef>
              <a:spcAft>
                <a:spcPts val="0"/>
              </a:spcAft>
              <a:buClr>
                <a:srgbClr val="3E4057"/>
              </a:buClr>
              <a:buSzPts val="1800"/>
              <a:buChar char="•"/>
              <a:defRPr/>
            </a:lvl3pPr>
            <a:lvl4pPr marL="1828800" lvl="3" indent="-342900" algn="l">
              <a:lnSpc>
                <a:spcPct val="100000"/>
              </a:lnSpc>
              <a:spcBef>
                <a:spcPts val="360"/>
              </a:spcBef>
              <a:spcAft>
                <a:spcPts val="0"/>
              </a:spcAft>
              <a:buClr>
                <a:srgbClr val="3E4057"/>
              </a:buClr>
              <a:buSzPts val="1800"/>
              <a:buChar char="–"/>
              <a:defRPr/>
            </a:lvl4pPr>
            <a:lvl5pPr marL="2286000" lvl="4" indent="-342900" algn="l">
              <a:lnSpc>
                <a:spcPct val="100000"/>
              </a:lnSpc>
              <a:spcBef>
                <a:spcPts val="360"/>
              </a:spcBef>
              <a:spcAft>
                <a:spcPts val="0"/>
              </a:spcAft>
              <a:buClr>
                <a:srgbClr val="3E4057"/>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6" name="Google Shape;146;p23"/>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23"/>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23"/>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rot="5400000">
            <a:off x="7285049" y="1828788"/>
            <a:ext cx="5851500" cy="2743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FEF6E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24"/>
          <p:cNvSpPr txBox="1">
            <a:spLocks noGrp="1"/>
          </p:cNvSpPr>
          <p:nvPr>
            <p:ph type="body" idx="1"/>
          </p:nvPr>
        </p:nvSpPr>
        <p:spPr>
          <a:xfrm rot="5400000">
            <a:off x="1697050" y="-812812"/>
            <a:ext cx="5851500" cy="8026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3E4057"/>
              </a:buClr>
              <a:buSzPts val="1800"/>
              <a:buChar char="•"/>
              <a:defRPr/>
            </a:lvl1pPr>
            <a:lvl2pPr marL="914400" lvl="1" indent="-342900" algn="l">
              <a:lnSpc>
                <a:spcPct val="100000"/>
              </a:lnSpc>
              <a:spcBef>
                <a:spcPts val="360"/>
              </a:spcBef>
              <a:spcAft>
                <a:spcPts val="0"/>
              </a:spcAft>
              <a:buClr>
                <a:srgbClr val="3E4057"/>
              </a:buClr>
              <a:buSzPts val="1800"/>
              <a:buChar char="–"/>
              <a:defRPr/>
            </a:lvl2pPr>
            <a:lvl3pPr marL="1371600" lvl="2" indent="-342900" algn="l">
              <a:lnSpc>
                <a:spcPct val="100000"/>
              </a:lnSpc>
              <a:spcBef>
                <a:spcPts val="360"/>
              </a:spcBef>
              <a:spcAft>
                <a:spcPts val="0"/>
              </a:spcAft>
              <a:buClr>
                <a:srgbClr val="3E4057"/>
              </a:buClr>
              <a:buSzPts val="1800"/>
              <a:buChar char="•"/>
              <a:defRPr/>
            </a:lvl3pPr>
            <a:lvl4pPr marL="1828800" lvl="3" indent="-342900" algn="l">
              <a:lnSpc>
                <a:spcPct val="100000"/>
              </a:lnSpc>
              <a:spcBef>
                <a:spcPts val="360"/>
              </a:spcBef>
              <a:spcAft>
                <a:spcPts val="0"/>
              </a:spcAft>
              <a:buClr>
                <a:srgbClr val="3E4057"/>
              </a:buClr>
              <a:buSzPts val="1800"/>
              <a:buChar char="–"/>
              <a:defRPr/>
            </a:lvl4pPr>
            <a:lvl5pPr marL="2286000" lvl="4" indent="-342900" algn="l">
              <a:lnSpc>
                <a:spcPct val="100000"/>
              </a:lnSpc>
              <a:spcBef>
                <a:spcPts val="360"/>
              </a:spcBef>
              <a:spcAft>
                <a:spcPts val="0"/>
              </a:spcAft>
              <a:buClr>
                <a:srgbClr val="3E4057"/>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2" name="Google Shape;152;p24"/>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24"/>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24"/>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とコンテンツ" type="obj">
  <p:cSld name="タイトルとコンテンツ">
    <p:spTree>
      <p:nvGrpSpPr>
        <p:cNvPr id="1" name="Shape 86"/>
        <p:cNvGrpSpPr/>
        <p:nvPr/>
      </p:nvGrpSpPr>
      <p:grpSpPr>
        <a:xfrm>
          <a:off x="0" y="0"/>
          <a:ext cx="0" cy="0"/>
          <a:chOff x="0" y="0"/>
          <a:chExt cx="0" cy="0"/>
        </a:xfrm>
      </p:grpSpPr>
      <p:sp>
        <p:nvSpPr>
          <p:cNvPr id="87" name="Google Shape;87;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32B490"/>
              </a:buClr>
              <a:buSzPts val="4400"/>
              <a:buFont typeface="Arial"/>
              <a:buNone/>
              <a:defRPr>
                <a:solidFill>
                  <a:srgbClr val="32B49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4"/>
          <p:cNvSpPr txBox="1">
            <a:spLocks noGrp="1"/>
          </p:cNvSpPr>
          <p:nvPr>
            <p:ph type="body" idx="1"/>
          </p:nvPr>
        </p:nvSpPr>
        <p:spPr>
          <a:xfrm>
            <a:off x="609600" y="1600200"/>
            <a:ext cx="10972800" cy="4526100"/>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rgbClr val="3E4057"/>
              </a:buClr>
              <a:buSzPts val="3200"/>
              <a:buChar char="•"/>
              <a:defRPr>
                <a:solidFill>
                  <a:srgbClr val="3E4057"/>
                </a:solidFill>
              </a:defRPr>
            </a:lvl1pPr>
            <a:lvl2pPr marL="914400" lvl="1" indent="-406400" algn="l">
              <a:lnSpc>
                <a:spcPct val="100000"/>
              </a:lnSpc>
              <a:spcBef>
                <a:spcPts val="560"/>
              </a:spcBef>
              <a:spcAft>
                <a:spcPts val="0"/>
              </a:spcAft>
              <a:buClr>
                <a:srgbClr val="3E4057"/>
              </a:buClr>
              <a:buSzPts val="2800"/>
              <a:buChar char="–"/>
              <a:defRPr>
                <a:solidFill>
                  <a:srgbClr val="3E4057"/>
                </a:solidFill>
              </a:defRPr>
            </a:lvl2pPr>
            <a:lvl3pPr marL="1371600" lvl="2" indent="-381000" algn="l">
              <a:lnSpc>
                <a:spcPct val="100000"/>
              </a:lnSpc>
              <a:spcBef>
                <a:spcPts val="480"/>
              </a:spcBef>
              <a:spcAft>
                <a:spcPts val="0"/>
              </a:spcAft>
              <a:buClr>
                <a:srgbClr val="3E4057"/>
              </a:buClr>
              <a:buSzPts val="2400"/>
              <a:buChar char="•"/>
              <a:defRPr>
                <a:solidFill>
                  <a:srgbClr val="3E4057"/>
                </a:solidFill>
              </a:defRPr>
            </a:lvl3pPr>
            <a:lvl4pPr marL="1828800" lvl="3" indent="-355600" algn="l">
              <a:lnSpc>
                <a:spcPct val="100000"/>
              </a:lnSpc>
              <a:spcBef>
                <a:spcPts val="400"/>
              </a:spcBef>
              <a:spcAft>
                <a:spcPts val="0"/>
              </a:spcAft>
              <a:buClr>
                <a:srgbClr val="3E4057"/>
              </a:buClr>
              <a:buSzPts val="2000"/>
              <a:buChar char="–"/>
              <a:defRPr>
                <a:solidFill>
                  <a:srgbClr val="3E4057"/>
                </a:solidFill>
              </a:defRPr>
            </a:lvl4pPr>
            <a:lvl5pPr marL="2286000" lvl="4" indent="-355600" algn="l">
              <a:lnSpc>
                <a:spcPct val="100000"/>
              </a:lnSpc>
              <a:spcBef>
                <a:spcPts val="400"/>
              </a:spcBef>
              <a:spcAft>
                <a:spcPts val="0"/>
              </a:spcAft>
              <a:buClr>
                <a:srgbClr val="3E4057"/>
              </a:buClr>
              <a:buSzPts val="2000"/>
              <a:buChar char="»"/>
              <a:defRPr>
                <a:solidFill>
                  <a:srgbClr val="3E4057"/>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9" name="Google Shape;89;p14"/>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4"/>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4"/>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376372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6E3"/>
        </a:solidFill>
        <a:effectLst/>
      </p:bgPr>
    </p:bg>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FEF6E3"/>
              </a:buClr>
              <a:buSzPts val="4400"/>
              <a:buFont typeface="Arial"/>
              <a:buNone/>
              <a:defRPr sz="4400" b="0" i="0" u="none" strike="noStrike" cap="none">
                <a:solidFill>
                  <a:srgbClr val="FEF6E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13"/>
          <p:cNvSpPr txBox="1">
            <a:spLocks noGrp="1"/>
          </p:cNvSpPr>
          <p:nvPr>
            <p:ph type="body" idx="1"/>
          </p:nvPr>
        </p:nvSpPr>
        <p:spPr>
          <a:xfrm>
            <a:off x="609600" y="1600200"/>
            <a:ext cx="10972800" cy="45261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rgbClr val="3E4057"/>
              </a:buClr>
              <a:buSzPts val="3200"/>
              <a:buFont typeface="Arial"/>
              <a:buChar char="•"/>
              <a:defRPr sz="3200" b="0" i="0" u="none" strike="noStrike" cap="none">
                <a:solidFill>
                  <a:srgbClr val="3E4057"/>
                </a:solidFill>
                <a:latin typeface="Arial"/>
                <a:ea typeface="Arial"/>
                <a:cs typeface="Arial"/>
                <a:sym typeface="Arial"/>
              </a:defRPr>
            </a:lvl1pPr>
            <a:lvl2pPr marL="914400" marR="0" lvl="1" indent="-406400" algn="l" rtl="0">
              <a:lnSpc>
                <a:spcPct val="100000"/>
              </a:lnSpc>
              <a:spcBef>
                <a:spcPts val="560"/>
              </a:spcBef>
              <a:spcAft>
                <a:spcPts val="0"/>
              </a:spcAft>
              <a:buClr>
                <a:srgbClr val="3E4057"/>
              </a:buClr>
              <a:buSzPts val="2800"/>
              <a:buFont typeface="Arial"/>
              <a:buChar char="–"/>
              <a:defRPr sz="2800" b="0" i="0" u="none" strike="noStrike" cap="none">
                <a:solidFill>
                  <a:srgbClr val="3E4057"/>
                </a:solidFill>
                <a:latin typeface="Arial"/>
                <a:ea typeface="Arial"/>
                <a:cs typeface="Arial"/>
                <a:sym typeface="Arial"/>
              </a:defRPr>
            </a:lvl2pPr>
            <a:lvl3pPr marL="1371600" marR="0" lvl="2" indent="-381000" algn="l" rtl="0">
              <a:lnSpc>
                <a:spcPct val="100000"/>
              </a:lnSpc>
              <a:spcBef>
                <a:spcPts val="480"/>
              </a:spcBef>
              <a:spcAft>
                <a:spcPts val="0"/>
              </a:spcAft>
              <a:buClr>
                <a:srgbClr val="3E4057"/>
              </a:buClr>
              <a:buSzPts val="2400"/>
              <a:buFont typeface="Arial"/>
              <a:buChar char="•"/>
              <a:defRPr sz="2400" b="0" i="0" u="none" strike="noStrike" cap="none">
                <a:solidFill>
                  <a:srgbClr val="3E4057"/>
                </a:solidFill>
                <a:latin typeface="Arial"/>
                <a:ea typeface="Arial"/>
                <a:cs typeface="Arial"/>
                <a:sym typeface="Arial"/>
              </a:defRPr>
            </a:lvl3pPr>
            <a:lvl4pPr marL="1828800" marR="0" lvl="3" indent="-355600" algn="l" rtl="0">
              <a:lnSpc>
                <a:spcPct val="100000"/>
              </a:lnSpc>
              <a:spcBef>
                <a:spcPts val="400"/>
              </a:spcBef>
              <a:spcAft>
                <a:spcPts val="0"/>
              </a:spcAft>
              <a:buClr>
                <a:srgbClr val="3E4057"/>
              </a:buClr>
              <a:buSzPts val="2000"/>
              <a:buFont typeface="Arial"/>
              <a:buChar char="–"/>
              <a:defRPr sz="2000" b="0" i="0" u="none" strike="noStrike" cap="none">
                <a:solidFill>
                  <a:srgbClr val="3E4057"/>
                </a:solidFill>
                <a:latin typeface="Arial"/>
                <a:ea typeface="Arial"/>
                <a:cs typeface="Arial"/>
                <a:sym typeface="Arial"/>
              </a:defRPr>
            </a:lvl4pPr>
            <a:lvl5pPr marL="2286000" marR="0" lvl="4" indent="-355600" algn="l" rtl="0">
              <a:lnSpc>
                <a:spcPct val="100000"/>
              </a:lnSpc>
              <a:spcBef>
                <a:spcPts val="400"/>
              </a:spcBef>
              <a:spcAft>
                <a:spcPts val="0"/>
              </a:spcAft>
              <a:buClr>
                <a:srgbClr val="3E4057"/>
              </a:buClr>
              <a:buSzPts val="2000"/>
              <a:buFont typeface="Arial"/>
              <a:buChar char="»"/>
              <a:defRPr sz="2000" b="0" i="0" u="none" strike="noStrike" cap="none">
                <a:solidFill>
                  <a:srgbClr val="3E4057"/>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13"/>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13"/>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 id="2147483667" r:id="rId6"/>
    <p:sldLayoutId id="2147483668" r:id="rId7"/>
    <p:sldLayoutId id="2147483669"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7">
          <a:extLst>
            <a:ext uri="{FF2B5EF4-FFF2-40B4-BE49-F238E27FC236}">
              <a16:creationId xmlns:a16="http://schemas.microsoft.com/office/drawing/2014/main" id="{CEDB7EBD-11E5-9BC0-58CB-31BAB5E9B29D}"/>
            </a:ext>
          </a:extLst>
        </p:cNvPr>
        <p:cNvGrpSpPr/>
        <p:nvPr/>
      </p:nvGrpSpPr>
      <p:grpSpPr>
        <a:xfrm>
          <a:off x="0" y="0"/>
          <a:ext cx="0" cy="0"/>
          <a:chOff x="0" y="0"/>
          <a:chExt cx="0" cy="0"/>
        </a:xfrm>
      </p:grpSpPr>
      <p:sp>
        <p:nvSpPr>
          <p:cNvPr id="208" name="Google Shape;208;p31">
            <a:extLst>
              <a:ext uri="{FF2B5EF4-FFF2-40B4-BE49-F238E27FC236}">
                <a16:creationId xmlns:a16="http://schemas.microsoft.com/office/drawing/2014/main" id="{9999DAEA-902F-8899-731D-6A58E5980B90}"/>
              </a:ext>
            </a:extLst>
          </p:cNvPr>
          <p:cNvSpPr txBox="1">
            <a:spLocks noGrp="1"/>
          </p:cNvSpPr>
          <p:nvPr>
            <p:ph type="title"/>
          </p:nvPr>
        </p:nvSpPr>
        <p:spPr>
          <a:xfrm>
            <a:off x="2078357" y="31531"/>
            <a:ext cx="6850487" cy="1143300"/>
          </a:xfrm>
          <a:prstGeom prst="rect">
            <a:avLst/>
          </a:prstGeom>
          <a:noFill/>
          <a:ln>
            <a:noFill/>
          </a:ln>
        </p:spPr>
        <p:txBody>
          <a:bodyPr spcFirstLastPara="1" wrap="square" lIns="91425" tIns="45700" rIns="91425" bIns="45700" anchor="ctr" anchorCtr="0">
            <a:noAutofit/>
          </a:bodyPr>
          <a:lstStyle/>
          <a:p>
            <a:r>
              <a:rPr lang="ja-JP" altLang="en-US"/>
              <a:t>ところで、おまえ</a:t>
            </a:r>
            <a:r>
              <a:rPr lang="ja-JP" altLang="en-US" dirty="0"/>
              <a:t>誰よ？</a:t>
            </a:r>
            <a:endParaRPr dirty="0"/>
          </a:p>
        </p:txBody>
      </p:sp>
      <p:pic>
        <p:nvPicPr>
          <p:cNvPr id="209" name="Google Shape;209;p31">
            <a:extLst>
              <a:ext uri="{FF2B5EF4-FFF2-40B4-BE49-F238E27FC236}">
                <a16:creationId xmlns:a16="http://schemas.microsoft.com/office/drawing/2014/main" id="{85D629A6-BC21-130A-37D9-5EBA32C27B4F}"/>
              </a:ext>
            </a:extLst>
          </p:cNvPr>
          <p:cNvPicPr preferRelativeResize="0"/>
          <p:nvPr/>
        </p:nvPicPr>
        <p:blipFill rotWithShape="1">
          <a:blip r:embed="rId3">
            <a:alphaModFix/>
          </a:blip>
          <a:srcRect/>
          <a:stretch/>
        </p:blipFill>
        <p:spPr>
          <a:xfrm>
            <a:off x="627138" y="1140095"/>
            <a:ext cx="1700213" cy="1700213"/>
          </a:xfrm>
          <a:prstGeom prst="rect">
            <a:avLst/>
          </a:prstGeom>
          <a:noFill/>
          <a:ln>
            <a:noFill/>
          </a:ln>
        </p:spPr>
      </p:pic>
      <p:sp>
        <p:nvSpPr>
          <p:cNvPr id="210" name="Google Shape;210;p31">
            <a:extLst>
              <a:ext uri="{FF2B5EF4-FFF2-40B4-BE49-F238E27FC236}">
                <a16:creationId xmlns:a16="http://schemas.microsoft.com/office/drawing/2014/main" id="{CC6A15A7-A29A-9ABF-2D4C-B5AEAFCD25EB}"/>
              </a:ext>
            </a:extLst>
          </p:cNvPr>
          <p:cNvSpPr txBox="1">
            <a:spLocks noGrp="1"/>
          </p:cNvSpPr>
          <p:nvPr>
            <p:ph type="body" idx="1"/>
          </p:nvPr>
        </p:nvSpPr>
        <p:spPr>
          <a:xfrm>
            <a:off x="2327351" y="935273"/>
            <a:ext cx="9759817" cy="2249550"/>
          </a:xfrm>
          <a:prstGeom prst="rect">
            <a:avLst/>
          </a:prstGeom>
          <a:noFill/>
          <a:ln>
            <a:noFill/>
          </a:ln>
        </p:spPr>
        <p:txBody>
          <a:bodyPr spcFirstLastPara="1" wrap="square" lIns="91425" tIns="45700" rIns="91425" bIns="45700" anchor="t" anchorCtr="0">
            <a:noAutofit/>
          </a:bodyPr>
          <a:lstStyle/>
          <a:p>
            <a:pPr indent="-381000">
              <a:buSzPts val="2400"/>
            </a:pPr>
            <a:r>
              <a:rPr lang="ja-JP" altLang="en-US" sz="2300"/>
              <a:t>妻は臨床心理士</a:t>
            </a:r>
            <a:r>
              <a:rPr lang="en-US" altLang="ja-JP" sz="2300" dirty="0"/>
              <a:t>/</a:t>
            </a:r>
            <a:r>
              <a:rPr lang="ja-JP" altLang="en-US" sz="2300"/>
              <a:t>公認心理師、スクールカウンセラー</a:t>
            </a:r>
            <a:endParaRPr lang="en-US" altLang="ja-JP" sz="2300" dirty="0"/>
          </a:p>
          <a:p>
            <a:pPr indent="-381000">
              <a:buSzPts val="2400"/>
            </a:pPr>
            <a:r>
              <a:rPr lang="en-US" altLang="ja-JP" sz="2300" dirty="0">
                <a:solidFill>
                  <a:srgbClr val="434343"/>
                </a:solidFill>
              </a:rPr>
              <a:t>CSM / CSPO / </a:t>
            </a:r>
            <a:r>
              <a:rPr lang="ja-JP" altLang="en-US" sz="2300">
                <a:solidFill>
                  <a:srgbClr val="434343"/>
                </a:solidFill>
              </a:rPr>
              <a:t>ブリーフセラピストベーシック</a:t>
            </a:r>
            <a:endParaRPr sz="2300" dirty="0">
              <a:solidFill>
                <a:srgbClr val="434343"/>
              </a:solidFill>
            </a:endParaRPr>
          </a:p>
          <a:p>
            <a:pPr indent="-381000">
              <a:spcBef>
                <a:spcPts val="0"/>
              </a:spcBef>
              <a:buClr>
                <a:srgbClr val="434343"/>
              </a:buClr>
              <a:buSzPts val="2400"/>
            </a:pPr>
            <a:r>
              <a:rPr lang="ja-JP" altLang="en-US" sz="2300">
                <a:solidFill>
                  <a:srgbClr val="434343"/>
                </a:solidFill>
              </a:rPr>
              <a:t>拡張的学習</a:t>
            </a:r>
            <a:r>
              <a:rPr lang="en-US" altLang="ja-JP" sz="2300" dirty="0">
                <a:solidFill>
                  <a:srgbClr val="434343"/>
                </a:solidFill>
              </a:rPr>
              <a:t> / </a:t>
            </a:r>
            <a:r>
              <a:rPr lang="ja-JP" altLang="en-US" sz="2300">
                <a:solidFill>
                  <a:srgbClr val="434343"/>
                </a:solidFill>
              </a:rPr>
              <a:t>オープンダイアローグ</a:t>
            </a:r>
            <a:r>
              <a:rPr lang="en-US" altLang="ja-JP" sz="2300" dirty="0">
                <a:solidFill>
                  <a:srgbClr val="434343"/>
                </a:solidFill>
              </a:rPr>
              <a:t> /  </a:t>
            </a:r>
            <a:r>
              <a:rPr lang="ja-JP" altLang="en-US" sz="2300" dirty="0"/>
              <a:t>チームビルディング </a:t>
            </a:r>
            <a:r>
              <a:rPr lang="en-US" altLang="ja-JP" sz="2300" dirty="0"/>
              <a:t>/ </a:t>
            </a:r>
            <a:r>
              <a:rPr lang="ja-JP" altLang="en-US" sz="2300" dirty="0"/>
              <a:t>ふりかえり </a:t>
            </a:r>
            <a:r>
              <a:rPr lang="en-US" altLang="ja-JP" sz="2300" dirty="0"/>
              <a:t>/ Management3.0</a:t>
            </a:r>
          </a:p>
          <a:p>
            <a:pPr indent="-381000">
              <a:spcBef>
                <a:spcPts val="0"/>
              </a:spcBef>
              <a:buClr>
                <a:srgbClr val="434343"/>
              </a:buClr>
              <a:buSzPts val="2400"/>
            </a:pPr>
            <a:r>
              <a:rPr lang="ja-JP" altLang="en-US" sz="2300">
                <a:solidFill>
                  <a:srgbClr val="434343"/>
                </a:solidFill>
              </a:rPr>
              <a:t>世のため人のため、大変な逆境下でもめげず人間らしい知性を宿した組織とは何かを探究</a:t>
            </a:r>
            <a:endParaRPr lang="ja-JP" altLang="en-US" sz="2300" dirty="0">
              <a:solidFill>
                <a:srgbClr val="434343"/>
              </a:solidFill>
            </a:endParaRPr>
          </a:p>
        </p:txBody>
      </p:sp>
      <p:sp>
        <p:nvSpPr>
          <p:cNvPr id="211" name="Google Shape;211;p31">
            <a:extLst>
              <a:ext uri="{FF2B5EF4-FFF2-40B4-BE49-F238E27FC236}">
                <a16:creationId xmlns:a16="http://schemas.microsoft.com/office/drawing/2014/main" id="{1216847B-1091-CEA2-76E7-2FFE1E57FDA5}"/>
              </a:ext>
            </a:extLst>
          </p:cNvPr>
          <p:cNvSpPr txBox="1"/>
          <p:nvPr/>
        </p:nvSpPr>
        <p:spPr>
          <a:xfrm>
            <a:off x="285027" y="3307052"/>
            <a:ext cx="1972402" cy="346200"/>
          </a:xfrm>
          <a:prstGeom prst="rect">
            <a:avLst/>
          </a:prstGeom>
          <a:noFill/>
          <a:ln>
            <a:noFill/>
          </a:ln>
        </p:spPr>
        <p:txBody>
          <a:bodyPr spcFirstLastPara="1" wrap="square" lIns="91425" tIns="91425" rIns="91425" bIns="91425" anchor="ctr" anchorCtr="0">
            <a:noAutofit/>
          </a:bodyPr>
          <a:lstStyle/>
          <a:p>
            <a:pPr>
              <a:buSzPts val="1800"/>
            </a:pPr>
            <a:r>
              <a:rPr lang="ja-JP" altLang="en-US" sz="1800">
                <a:solidFill>
                  <a:srgbClr val="434343"/>
                </a:solidFill>
              </a:rPr>
              <a:t>簡単な履歴書：</a:t>
            </a:r>
            <a:endParaRPr sz="1800" dirty="0">
              <a:solidFill>
                <a:srgbClr val="434343"/>
              </a:solidFill>
            </a:endParaRPr>
          </a:p>
        </p:txBody>
      </p:sp>
      <p:sp>
        <p:nvSpPr>
          <p:cNvPr id="212" name="Google Shape;212;p31">
            <a:extLst>
              <a:ext uri="{FF2B5EF4-FFF2-40B4-BE49-F238E27FC236}">
                <a16:creationId xmlns:a16="http://schemas.microsoft.com/office/drawing/2014/main" id="{21E7DCFF-C5D4-762F-CAF1-115D3CFD722A}"/>
              </a:ext>
            </a:extLst>
          </p:cNvPr>
          <p:cNvSpPr txBox="1"/>
          <p:nvPr/>
        </p:nvSpPr>
        <p:spPr>
          <a:xfrm>
            <a:off x="2257429" y="3389645"/>
            <a:ext cx="7400278" cy="3519417"/>
          </a:xfrm>
          <a:prstGeom prst="rect">
            <a:avLst/>
          </a:prstGeom>
          <a:noFill/>
          <a:ln>
            <a:noFill/>
          </a:ln>
        </p:spPr>
        <p:txBody>
          <a:bodyPr spcFirstLastPara="1" wrap="square" lIns="91425" tIns="91425" rIns="91425" bIns="91425" anchor="ctr" anchorCtr="0">
            <a:noAutofit/>
          </a:bodyPr>
          <a:lstStyle/>
          <a:p>
            <a:pPr>
              <a:buSzPts val="1400"/>
            </a:pPr>
            <a:r>
              <a:rPr lang="ja-JP" altLang="en-US" sz="1600"/>
              <a:t>むかしむかしむかし</a:t>
            </a:r>
            <a:r>
              <a:rPr lang="ja-JP" altLang="en-US" sz="1600" dirty="0"/>
              <a:t>（</a:t>
            </a:r>
            <a:r>
              <a:rPr lang="en-US" altLang="ja-JP" sz="1600" dirty="0"/>
              <a:t>1991</a:t>
            </a:r>
            <a:r>
              <a:rPr lang="ja-JP" altLang="en-US" sz="1600" dirty="0"/>
              <a:t>～</a:t>
            </a:r>
            <a:r>
              <a:rPr lang="en-US" altLang="ja-JP" sz="1600" dirty="0"/>
              <a:t>2001</a:t>
            </a:r>
            <a:r>
              <a:rPr lang="ja-JP" altLang="en-US" sz="1600" dirty="0"/>
              <a:t>） さる大きな</a:t>
            </a:r>
            <a:r>
              <a:rPr lang="en-US" altLang="ja-JP" sz="1600" dirty="0" err="1"/>
              <a:t>SIer</a:t>
            </a:r>
            <a:r>
              <a:rPr lang="ja-JP" altLang="en-US" sz="1600" dirty="0"/>
              <a:t>勤務</a:t>
            </a:r>
            <a:endParaRPr sz="1600" dirty="0"/>
          </a:p>
          <a:p>
            <a:pPr>
              <a:buSzPts val="1400"/>
            </a:pPr>
            <a:r>
              <a:rPr lang="ja-JP" altLang="en-US" sz="1600" dirty="0"/>
              <a:t>・機械学習・文字認識の研究、</a:t>
            </a:r>
            <a:r>
              <a:rPr lang="en-US" altLang="ja-JP" sz="1600" dirty="0"/>
              <a:t>OCR</a:t>
            </a:r>
            <a:r>
              <a:rPr lang="ja-JP" altLang="en-US" sz="1600" dirty="0"/>
              <a:t>製品開発～技術移転</a:t>
            </a:r>
            <a:endParaRPr sz="1600" dirty="0"/>
          </a:p>
          <a:p>
            <a:pPr>
              <a:buSzPts val="1400"/>
            </a:pPr>
            <a:r>
              <a:rPr lang="ja-JP" altLang="en-US" sz="1600" dirty="0"/>
              <a:t>・データ分析、ソフトウェアメトリクスに関する調査研究</a:t>
            </a:r>
            <a:endParaRPr sz="1600" dirty="0"/>
          </a:p>
          <a:p>
            <a:pPr>
              <a:buSzPts val="1400"/>
            </a:pPr>
            <a:endParaRPr sz="1600" dirty="0"/>
          </a:p>
          <a:p>
            <a:pPr>
              <a:buSzPts val="1400"/>
            </a:pPr>
            <a:r>
              <a:rPr lang="ja-JP" altLang="en-US" sz="1600"/>
              <a:t>むかしむかし</a:t>
            </a:r>
            <a:r>
              <a:rPr lang="ja-JP" altLang="en-US" sz="1600" dirty="0"/>
              <a:t>（</a:t>
            </a:r>
            <a:r>
              <a:rPr lang="en-US" altLang="ja-JP" sz="1600" dirty="0"/>
              <a:t>2001</a:t>
            </a:r>
            <a:r>
              <a:rPr lang="ja-JP" altLang="en-US" sz="1600" dirty="0"/>
              <a:t>～</a:t>
            </a:r>
            <a:r>
              <a:rPr lang="en-US" altLang="ja-JP" sz="1600" dirty="0"/>
              <a:t>2006)</a:t>
            </a:r>
            <a:r>
              <a:rPr lang="ja-JP" altLang="en-US" sz="1600" dirty="0"/>
              <a:t>　関東・関西のさる複合機メーカ子会社勤務</a:t>
            </a:r>
            <a:endParaRPr sz="1600" dirty="0"/>
          </a:p>
          <a:p>
            <a:pPr>
              <a:buSzPts val="1400"/>
            </a:pPr>
            <a:r>
              <a:rPr lang="ja-JP" altLang="en-US" sz="1600" dirty="0"/>
              <a:t>・複合機・オプションプリントコントローラーの試作～製品開発</a:t>
            </a:r>
            <a:endParaRPr sz="1600" dirty="0"/>
          </a:p>
          <a:p>
            <a:pPr>
              <a:buSzPts val="1400"/>
            </a:pPr>
            <a:r>
              <a:rPr lang="ja-JP" altLang="en-US" sz="1600" dirty="0"/>
              <a:t>・共通化プラットフォームアーキテクト・開発リーダー及びマネージャ</a:t>
            </a:r>
            <a:endParaRPr sz="1600" dirty="0"/>
          </a:p>
          <a:p>
            <a:pPr>
              <a:buSzPts val="1400"/>
            </a:pPr>
            <a:endParaRPr sz="1600" dirty="0"/>
          </a:p>
          <a:p>
            <a:pPr>
              <a:buSzPts val="1400"/>
            </a:pPr>
            <a:r>
              <a:rPr lang="ja-JP" altLang="en-US" sz="1600"/>
              <a:t>むかし（</a:t>
            </a:r>
            <a:r>
              <a:rPr lang="en-US" altLang="ja-JP" sz="1600" dirty="0"/>
              <a:t>2006</a:t>
            </a:r>
            <a:r>
              <a:rPr lang="ja-JP" altLang="en-US" sz="1600" dirty="0"/>
              <a:t>～</a:t>
            </a:r>
            <a:r>
              <a:rPr lang="ja-JP" altLang="en-US" sz="1600"/>
              <a:t>）　メーカ</a:t>
            </a:r>
            <a:r>
              <a:rPr lang="ja-JP" altLang="en-US" sz="1600" dirty="0"/>
              <a:t>会社勤務</a:t>
            </a:r>
            <a:endParaRPr sz="1600" dirty="0"/>
          </a:p>
          <a:p>
            <a:pPr>
              <a:buSzPts val="1400"/>
            </a:pPr>
            <a:r>
              <a:rPr lang="ja-JP" altLang="en-US" sz="1600"/>
              <a:t>・組み込み</a:t>
            </a:r>
            <a:r>
              <a:rPr lang="ja-JP" altLang="en-US" sz="1600" dirty="0"/>
              <a:t>系 </a:t>
            </a:r>
            <a:r>
              <a:rPr lang="en-US" altLang="ja-JP" sz="1600" dirty="0"/>
              <a:t>Network</a:t>
            </a:r>
            <a:r>
              <a:rPr lang="ja-JP" altLang="en-US" sz="1600"/>
              <a:t>部ソフト設計リーダー</a:t>
            </a:r>
            <a:endParaRPr sz="1600" dirty="0"/>
          </a:p>
          <a:p>
            <a:pPr>
              <a:buSzPts val="1400"/>
            </a:pPr>
            <a:r>
              <a:rPr lang="ja-JP" altLang="en-US" sz="1600" dirty="0"/>
              <a:t>・</a:t>
            </a:r>
            <a:r>
              <a:rPr lang="en-US" altLang="ja-JP" sz="1600" dirty="0"/>
              <a:t>Network</a:t>
            </a:r>
            <a:r>
              <a:rPr lang="ja-JP" altLang="en-US" sz="1600" dirty="0"/>
              <a:t>部ソフト開発</a:t>
            </a:r>
            <a:r>
              <a:rPr lang="ja-JP" altLang="en-US" sz="1600"/>
              <a:t>チーム エンジニアリングマネージャー</a:t>
            </a:r>
            <a:endParaRPr lang="en-US" altLang="ja-JP" sz="1600" dirty="0"/>
          </a:p>
          <a:p>
            <a:pPr>
              <a:buSzPts val="1400"/>
            </a:pPr>
            <a:r>
              <a:rPr lang="ja-JP" altLang="en-US" sz="1600"/>
              <a:t>・</a:t>
            </a:r>
            <a:r>
              <a:rPr lang="en-US" altLang="ja-JP" sz="1600" dirty="0"/>
              <a:t>Network</a:t>
            </a:r>
            <a:r>
              <a:rPr lang="ja-JP" altLang="en-US" sz="1600"/>
              <a:t>部品質評価マネジャー</a:t>
            </a:r>
            <a:endParaRPr lang="en-US" altLang="ja-JP" sz="1600" dirty="0"/>
          </a:p>
          <a:p>
            <a:pPr>
              <a:buSzPts val="1400"/>
            </a:pPr>
            <a:endParaRPr lang="en-US" sz="1600" dirty="0"/>
          </a:p>
          <a:p>
            <a:pPr>
              <a:buSzPts val="1400"/>
            </a:pPr>
            <a:r>
              <a:rPr lang="ja-JP" altLang="en-US" sz="1600"/>
              <a:t>いま（</a:t>
            </a:r>
            <a:r>
              <a:rPr lang="en-US" altLang="ja-JP" sz="1600" dirty="0"/>
              <a:t>2025〜</a:t>
            </a:r>
            <a:r>
              <a:rPr lang="ja-JP" altLang="en-US" sz="1600"/>
              <a:t>）スクラムフェス三河運営委員</a:t>
            </a:r>
            <a:r>
              <a:rPr lang="en-US" altLang="ja-JP" sz="1600" dirty="0"/>
              <a:t> / </a:t>
            </a:r>
            <a:r>
              <a:rPr lang="ja-JP" altLang="en-US" sz="1600"/>
              <a:t>スクラムフェス名古屋運営委員</a:t>
            </a:r>
            <a:endParaRPr sz="1600" dirty="0"/>
          </a:p>
          <a:p>
            <a:pPr>
              <a:buSzPts val="1400"/>
            </a:pPr>
            <a:endParaRPr dirty="0"/>
          </a:p>
        </p:txBody>
      </p:sp>
      <p:pic>
        <p:nvPicPr>
          <p:cNvPr id="2" name="図 1">
            <a:extLst>
              <a:ext uri="{FF2B5EF4-FFF2-40B4-BE49-F238E27FC236}">
                <a16:creationId xmlns:a16="http://schemas.microsoft.com/office/drawing/2014/main" id="{906ABB85-AC78-8A95-849B-F815E2935757}"/>
              </a:ext>
            </a:extLst>
          </p:cNvPr>
          <p:cNvPicPr>
            <a:picLocks noChangeAspect="1"/>
          </p:cNvPicPr>
          <p:nvPr/>
        </p:nvPicPr>
        <p:blipFill>
          <a:blip r:embed="rId4"/>
          <a:stretch>
            <a:fillRect/>
          </a:stretch>
        </p:blipFill>
        <p:spPr>
          <a:xfrm>
            <a:off x="9886663" y="3968935"/>
            <a:ext cx="1752243" cy="1752243"/>
          </a:xfrm>
          <a:prstGeom prst="rect">
            <a:avLst/>
          </a:prstGeom>
        </p:spPr>
      </p:pic>
    </p:spTree>
    <p:extLst>
      <p:ext uri="{BB962C8B-B14F-4D97-AF65-F5344CB8AC3E}">
        <p14:creationId xmlns:p14="http://schemas.microsoft.com/office/powerpoint/2010/main" val="4063944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xfrm>
            <a:off x="2078357" y="31531"/>
            <a:ext cx="6850487" cy="1143300"/>
          </a:xfrm>
          <a:prstGeom prst="rect">
            <a:avLst/>
          </a:prstGeom>
          <a:noFill/>
          <a:ln>
            <a:noFill/>
          </a:ln>
        </p:spPr>
        <p:txBody>
          <a:bodyPr spcFirstLastPara="1" wrap="square" lIns="91425" tIns="45700" rIns="91425" bIns="45700" anchor="ctr" anchorCtr="0">
            <a:noAutofit/>
          </a:bodyPr>
          <a:lstStyle/>
          <a:p>
            <a:r>
              <a:rPr lang="ja-JP" altLang="en-US"/>
              <a:t>ところで、おまえ</a:t>
            </a:r>
            <a:r>
              <a:rPr lang="ja-JP" altLang="en-US" dirty="0"/>
              <a:t>誰よ？</a:t>
            </a:r>
            <a:endParaRPr dirty="0"/>
          </a:p>
        </p:txBody>
      </p:sp>
      <p:pic>
        <p:nvPicPr>
          <p:cNvPr id="209" name="Google Shape;209;p31"/>
          <p:cNvPicPr preferRelativeResize="0"/>
          <p:nvPr/>
        </p:nvPicPr>
        <p:blipFill rotWithShape="1">
          <a:blip r:embed="rId3">
            <a:alphaModFix/>
          </a:blip>
          <a:srcRect/>
          <a:stretch/>
        </p:blipFill>
        <p:spPr>
          <a:xfrm>
            <a:off x="627138" y="1140095"/>
            <a:ext cx="1700213" cy="1700213"/>
          </a:xfrm>
          <a:prstGeom prst="rect">
            <a:avLst/>
          </a:prstGeom>
          <a:noFill/>
          <a:ln>
            <a:noFill/>
          </a:ln>
        </p:spPr>
      </p:pic>
      <p:sp>
        <p:nvSpPr>
          <p:cNvPr id="210" name="Google Shape;210;p31"/>
          <p:cNvSpPr txBox="1">
            <a:spLocks noGrp="1"/>
          </p:cNvSpPr>
          <p:nvPr>
            <p:ph type="body" idx="1"/>
          </p:nvPr>
        </p:nvSpPr>
        <p:spPr>
          <a:xfrm>
            <a:off x="2327351" y="935273"/>
            <a:ext cx="9759817" cy="2249550"/>
          </a:xfrm>
          <a:prstGeom prst="rect">
            <a:avLst/>
          </a:prstGeom>
          <a:noFill/>
          <a:ln>
            <a:noFill/>
          </a:ln>
        </p:spPr>
        <p:txBody>
          <a:bodyPr spcFirstLastPara="1" wrap="square" lIns="91425" tIns="45700" rIns="91425" bIns="45700" anchor="t" anchorCtr="0">
            <a:noAutofit/>
          </a:bodyPr>
          <a:lstStyle/>
          <a:p>
            <a:pPr indent="-381000">
              <a:buSzPts val="2400"/>
            </a:pPr>
            <a:r>
              <a:rPr lang="ja-JP" altLang="en-US" sz="2300" dirty="0"/>
              <a:t>妻の批判</a:t>
            </a:r>
            <a:r>
              <a:rPr lang="ja-JP" altLang="en-US" sz="2300" dirty="0">
                <a:solidFill>
                  <a:srgbClr val="434343"/>
                </a:solidFill>
              </a:rPr>
              <a:t>はアドバイスをモットーと</a:t>
            </a:r>
            <a:r>
              <a:rPr lang="ja-JP" altLang="en-US" sz="2300">
                <a:solidFill>
                  <a:srgbClr val="434343"/>
                </a:solidFill>
              </a:rPr>
              <a:t>する </a:t>
            </a:r>
            <a:r>
              <a:rPr lang="en-US" altLang="ja-JP" sz="2300" dirty="0">
                <a:solidFill>
                  <a:srgbClr val="434343"/>
                </a:solidFill>
              </a:rPr>
              <a:t>CSM / CSPO /</a:t>
            </a:r>
            <a:r>
              <a:rPr lang="ja-JP" altLang="en-US" sz="2300">
                <a:solidFill>
                  <a:srgbClr val="434343"/>
                </a:solidFill>
              </a:rPr>
              <a:t>ブリーフセラピスト</a:t>
            </a:r>
            <a:endParaRPr sz="2300" dirty="0">
              <a:solidFill>
                <a:srgbClr val="434343"/>
              </a:solidFill>
            </a:endParaRPr>
          </a:p>
          <a:p>
            <a:pPr indent="-381000">
              <a:spcBef>
                <a:spcPts val="0"/>
              </a:spcBef>
              <a:buClr>
                <a:srgbClr val="434343"/>
              </a:buClr>
              <a:buSzPts val="2400"/>
            </a:pPr>
            <a:r>
              <a:rPr lang="ja-JP" altLang="en-US" sz="2300" dirty="0">
                <a:solidFill>
                  <a:srgbClr val="434343"/>
                </a:solidFill>
              </a:rPr>
              <a:t>エンジニアリングマネジャー </a:t>
            </a:r>
            <a:r>
              <a:rPr lang="en-US" altLang="ja-JP" sz="2300" dirty="0">
                <a:solidFill>
                  <a:srgbClr val="434343"/>
                </a:solidFill>
              </a:rPr>
              <a:t>/  </a:t>
            </a:r>
            <a:r>
              <a:rPr lang="ja-JP" altLang="en-US" sz="2300" dirty="0"/>
              <a:t>チームビルディング </a:t>
            </a:r>
            <a:r>
              <a:rPr lang="en-US" altLang="ja-JP" sz="2300" dirty="0"/>
              <a:t>/ </a:t>
            </a:r>
            <a:r>
              <a:rPr lang="ja-JP" altLang="en-US" sz="2300" dirty="0"/>
              <a:t>ふりかえり </a:t>
            </a:r>
            <a:r>
              <a:rPr lang="en-US" altLang="ja-JP" sz="2300" dirty="0"/>
              <a:t>/ Management3.0 / </a:t>
            </a:r>
            <a:r>
              <a:rPr lang="ja-JP" altLang="en-US" sz="2300" dirty="0"/>
              <a:t>実践</a:t>
            </a:r>
            <a:r>
              <a:rPr lang="en-US" altLang="ja-JP" sz="2300" dirty="0" err="1"/>
              <a:t>LeSS</a:t>
            </a:r>
            <a:endParaRPr lang="en-US" altLang="ja-JP" sz="2300" dirty="0"/>
          </a:p>
          <a:p>
            <a:pPr indent="-381000">
              <a:spcBef>
                <a:spcPts val="0"/>
              </a:spcBef>
              <a:buClr>
                <a:srgbClr val="434343"/>
              </a:buClr>
              <a:buSzPts val="2400"/>
            </a:pPr>
            <a:r>
              <a:rPr lang="ja-JP" altLang="en-US" sz="2300">
                <a:solidFill>
                  <a:srgbClr val="434343"/>
                </a:solidFill>
              </a:rPr>
              <a:t>世のため人のため、大変な逆境下でもめげず人間らしい知性を宿した組織とは何かを探究</a:t>
            </a:r>
            <a:endParaRPr lang="ja-JP" altLang="en-US" sz="2300" dirty="0">
              <a:solidFill>
                <a:srgbClr val="434343"/>
              </a:solidFill>
            </a:endParaRPr>
          </a:p>
        </p:txBody>
      </p:sp>
      <p:sp>
        <p:nvSpPr>
          <p:cNvPr id="211" name="Google Shape;211;p31"/>
          <p:cNvSpPr txBox="1"/>
          <p:nvPr/>
        </p:nvSpPr>
        <p:spPr>
          <a:xfrm>
            <a:off x="384082" y="3313104"/>
            <a:ext cx="2186324" cy="515285"/>
          </a:xfrm>
          <a:prstGeom prst="rect">
            <a:avLst/>
          </a:prstGeom>
          <a:noFill/>
          <a:ln>
            <a:noFill/>
          </a:ln>
        </p:spPr>
        <p:txBody>
          <a:bodyPr spcFirstLastPara="1" wrap="square" lIns="91425" tIns="91425" rIns="91425" bIns="91425" anchor="ctr" anchorCtr="0">
            <a:noAutofit/>
          </a:bodyPr>
          <a:lstStyle/>
          <a:p>
            <a:pPr>
              <a:buSzPts val="1800"/>
            </a:pPr>
            <a:r>
              <a:rPr lang="ja-JP" altLang="en-US" sz="3200">
                <a:solidFill>
                  <a:srgbClr val="434343"/>
                </a:solidFill>
              </a:rPr>
              <a:t>🐱居場所</a:t>
            </a:r>
            <a:endParaRPr sz="3200" dirty="0">
              <a:solidFill>
                <a:srgbClr val="434343"/>
              </a:solidFill>
            </a:endParaRPr>
          </a:p>
        </p:txBody>
      </p:sp>
      <p:sp>
        <p:nvSpPr>
          <p:cNvPr id="3" name="タイトル 3">
            <a:extLst>
              <a:ext uri="{FF2B5EF4-FFF2-40B4-BE49-F238E27FC236}">
                <a16:creationId xmlns:a16="http://schemas.microsoft.com/office/drawing/2014/main" id="{122502CB-8CFB-9BDE-6BCC-D3380D4D4CE0}"/>
              </a:ext>
            </a:extLst>
          </p:cNvPr>
          <p:cNvSpPr txBox="1">
            <a:spLocks/>
          </p:cNvSpPr>
          <p:nvPr/>
        </p:nvSpPr>
        <p:spPr>
          <a:xfrm>
            <a:off x="1865395" y="3956670"/>
            <a:ext cx="7661663" cy="2697272"/>
          </a:xfrm>
          <a:prstGeom prst="rect">
            <a:avLst/>
          </a:prstGeom>
          <a:solidFill>
            <a:srgbClr val="FFF8E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EF6E3"/>
              </a:buClr>
              <a:buSzPts val="1800"/>
              <a:buFont typeface="Arial"/>
              <a:buNone/>
              <a:defRPr sz="4400" b="0" i="0" u="none" strike="noStrike" cap="none">
                <a:solidFill>
                  <a:srgbClr val="FEF6E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lgn="l">
              <a:buClr>
                <a:srgbClr val="00C55A"/>
              </a:buClr>
              <a:buFont typeface="Arial" panose="020B0604020202020204" pitchFamily="34" charset="0"/>
              <a:buChar char="•"/>
            </a:pPr>
            <a:r>
              <a:rPr lang="en-US" altLang="ja-JP" sz="2400" dirty="0">
                <a:solidFill>
                  <a:srgbClr val="32B490"/>
                </a:solidFill>
              </a:rPr>
              <a:t>SIer</a:t>
            </a:r>
            <a:r>
              <a:rPr lang="ja-JP" altLang="en-US" sz="2400">
                <a:solidFill>
                  <a:srgbClr val="32B490"/>
                </a:solidFill>
              </a:rPr>
              <a:t>、</a:t>
            </a:r>
            <a:r>
              <a:rPr lang="en-US" altLang="ja-JP" sz="2400" dirty="0">
                <a:solidFill>
                  <a:srgbClr val="32B490"/>
                </a:solidFill>
              </a:rPr>
              <a:t> AI</a:t>
            </a:r>
            <a:r>
              <a:rPr lang="ja-JP" altLang="en-US" sz="2400">
                <a:solidFill>
                  <a:srgbClr val="32B490"/>
                </a:solidFill>
              </a:rPr>
              <a:t>の活用、文字読取装置の実用化研究開発</a:t>
            </a:r>
            <a:endParaRPr lang="en-US" altLang="ja-JP" sz="2400" dirty="0">
              <a:solidFill>
                <a:srgbClr val="32B490"/>
              </a:solidFill>
            </a:endParaRPr>
          </a:p>
          <a:p>
            <a:pPr marL="342900" indent="-342900" algn="l">
              <a:buClr>
                <a:srgbClr val="00C55A"/>
              </a:buClr>
              <a:buFont typeface="Arial" panose="020B0604020202020204" pitchFamily="34" charset="0"/>
              <a:buChar char="•"/>
            </a:pPr>
            <a:r>
              <a:rPr lang="ja-JP" altLang="en-US" sz="2400">
                <a:solidFill>
                  <a:srgbClr val="32B490"/>
                </a:solidFill>
              </a:rPr>
              <a:t>メーカ、アジャイル開発</a:t>
            </a:r>
            <a:r>
              <a:rPr lang="en-US" altLang="ja-JP" sz="2400" dirty="0">
                <a:solidFill>
                  <a:srgbClr val="32B490"/>
                </a:solidFill>
              </a:rPr>
              <a:t>(XP)</a:t>
            </a:r>
            <a:r>
              <a:rPr lang="ja-JP" altLang="en-US" sz="2400">
                <a:solidFill>
                  <a:srgbClr val="32B490"/>
                </a:solidFill>
              </a:rPr>
              <a:t>、アーキテクト</a:t>
            </a:r>
            <a:endParaRPr lang="en-US" altLang="ja-JP" sz="2400" dirty="0">
              <a:solidFill>
                <a:srgbClr val="32B490"/>
              </a:solidFill>
            </a:endParaRPr>
          </a:p>
          <a:p>
            <a:pPr marL="342900" indent="-342900" algn="l">
              <a:buClr>
                <a:srgbClr val="00C55A"/>
              </a:buClr>
              <a:buFont typeface="Arial" panose="020B0604020202020204" pitchFamily="34" charset="0"/>
              <a:buChar char="•"/>
            </a:pPr>
            <a:r>
              <a:rPr lang="ja-JP" altLang="en-US" sz="2400">
                <a:solidFill>
                  <a:srgbClr val="32B490"/>
                </a:solidFill>
              </a:rPr>
              <a:t>メーカ</a:t>
            </a:r>
            <a:r>
              <a:rPr lang="en-US" altLang="ja-JP" sz="2400" dirty="0">
                <a:solidFill>
                  <a:srgbClr val="32B490"/>
                </a:solidFill>
              </a:rPr>
              <a:t>*</a:t>
            </a:r>
            <a:r>
              <a:rPr lang="ja-JP" altLang="en-US" sz="2400">
                <a:solidFill>
                  <a:srgbClr val="32B490"/>
                </a:solidFill>
              </a:rPr>
              <a:t>、アジャイル開発</a:t>
            </a:r>
            <a:r>
              <a:rPr lang="en-US" altLang="ja-JP" sz="2400" dirty="0">
                <a:solidFill>
                  <a:srgbClr val="32B490"/>
                </a:solidFill>
              </a:rPr>
              <a:t>(</a:t>
            </a:r>
            <a:r>
              <a:rPr lang="ja-JP" altLang="en-US" sz="2400">
                <a:solidFill>
                  <a:srgbClr val="32B490"/>
                </a:solidFill>
              </a:rPr>
              <a:t>スクラム</a:t>
            </a:r>
            <a:r>
              <a:rPr lang="en-US" altLang="ja-JP" sz="2400" dirty="0">
                <a:solidFill>
                  <a:srgbClr val="32B490"/>
                </a:solidFill>
              </a:rPr>
              <a:t>)</a:t>
            </a:r>
            <a:r>
              <a:rPr lang="ja-JP" altLang="en-US" sz="2400">
                <a:solidFill>
                  <a:srgbClr val="32B490"/>
                </a:solidFill>
              </a:rPr>
              <a:t>、コンカレント開発、システムアプローチ</a:t>
            </a:r>
            <a:br>
              <a:rPr lang="en-US" altLang="ja-JP" sz="2400" dirty="0">
                <a:solidFill>
                  <a:srgbClr val="32B490"/>
                </a:solidFill>
              </a:rPr>
            </a:br>
            <a:r>
              <a:rPr lang="ja-JP" altLang="en-US" sz="1600">
                <a:solidFill>
                  <a:srgbClr val="32B490"/>
                </a:solidFill>
              </a:rPr>
              <a:t>（</a:t>
            </a:r>
            <a:r>
              <a:rPr lang="en-US" altLang="ja-JP" sz="1600" dirty="0">
                <a:solidFill>
                  <a:srgbClr val="32B490"/>
                </a:solidFill>
              </a:rPr>
              <a:t>*</a:t>
            </a:r>
            <a:r>
              <a:rPr lang="ja-JP" altLang="en-US" sz="1600">
                <a:solidFill>
                  <a:srgbClr val="32B490"/>
                </a:solidFill>
              </a:rPr>
              <a:t>野中論文（</a:t>
            </a:r>
            <a:r>
              <a:rPr lang="en-US" altLang="ja-JP" sz="1600" dirty="0">
                <a:solidFill>
                  <a:srgbClr val="32B490"/>
                </a:solidFill>
              </a:rPr>
              <a:t>The New New Product Development Game</a:t>
            </a:r>
            <a:r>
              <a:rPr lang="ja-JP" altLang="en-US" sz="1600">
                <a:solidFill>
                  <a:srgbClr val="32B490"/>
                </a:solidFill>
              </a:rPr>
              <a:t>））にのっている、ソフト屋</a:t>
            </a:r>
            <a:r>
              <a:rPr lang="en-US" altLang="ja-JP" sz="1600" dirty="0">
                <a:solidFill>
                  <a:srgbClr val="32B490"/>
                </a:solidFill>
              </a:rPr>
              <a:t>)</a:t>
            </a:r>
          </a:p>
          <a:p>
            <a:pPr marL="342900" indent="-342900" algn="l">
              <a:buClr>
                <a:srgbClr val="00C55A"/>
              </a:buClr>
              <a:buFont typeface="Arial" panose="020B0604020202020204" pitchFamily="34" charset="0"/>
              <a:buChar char="•"/>
            </a:pPr>
            <a:r>
              <a:rPr lang="ja-JP" altLang="en-US" sz="2400">
                <a:solidFill>
                  <a:srgbClr val="32B490"/>
                </a:solidFill>
              </a:rPr>
              <a:t>現在、所属コミュニティ：</a:t>
            </a:r>
            <a:br>
              <a:rPr lang="en-US" altLang="ja-JP" sz="2400" dirty="0">
                <a:solidFill>
                  <a:srgbClr val="32B490"/>
                </a:solidFill>
              </a:rPr>
            </a:br>
            <a:r>
              <a:rPr lang="ja-JP" altLang="en-US" sz="2400">
                <a:solidFill>
                  <a:srgbClr val="32B490"/>
                </a:solidFill>
              </a:rPr>
              <a:t>スクラムフェス三河・スクラムフェス名古屋</a:t>
            </a:r>
            <a:endParaRPr lang="en-US" altLang="ja-JP" sz="2400" dirty="0">
              <a:solidFill>
                <a:srgbClr val="32B490"/>
              </a:solidFill>
            </a:endParaRPr>
          </a:p>
        </p:txBody>
      </p:sp>
      <p:pic>
        <p:nvPicPr>
          <p:cNvPr id="7" name="図 6">
            <a:extLst>
              <a:ext uri="{FF2B5EF4-FFF2-40B4-BE49-F238E27FC236}">
                <a16:creationId xmlns:a16="http://schemas.microsoft.com/office/drawing/2014/main" id="{0BC6CE7E-D269-96A0-9424-93ED1773B0C4}"/>
              </a:ext>
            </a:extLst>
          </p:cNvPr>
          <p:cNvPicPr>
            <a:picLocks noChangeAspect="1"/>
          </p:cNvPicPr>
          <p:nvPr/>
        </p:nvPicPr>
        <p:blipFill>
          <a:blip r:embed="rId4"/>
          <a:stretch>
            <a:fillRect/>
          </a:stretch>
        </p:blipFill>
        <p:spPr>
          <a:xfrm>
            <a:off x="9357359" y="3493116"/>
            <a:ext cx="2687152" cy="2249550"/>
          </a:xfrm>
          <a:prstGeom prst="rect">
            <a:avLst/>
          </a:prstGeom>
        </p:spPr>
      </p:pic>
    </p:spTree>
  </p:cSld>
  <p:clrMapOvr>
    <a:masterClrMapping/>
  </p:clrMapOvr>
</p:sld>
</file>

<file path=ppt/theme/theme1.xml><?xml version="1.0" encoding="utf-8"?>
<a:theme xmlns:a="http://schemas.openxmlformats.org/drawingml/2006/main" name="1_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16131</TotalTime>
  <Words>288</Words>
  <Application>Microsoft Macintosh PowerPoint</Application>
  <PresentationFormat>ワイド画面</PresentationFormat>
  <Paragraphs>29</Paragraphs>
  <Slides>2</Slides>
  <Notes>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vt:i4>
      </vt:variant>
    </vt:vector>
  </HeadingPairs>
  <TitlesOfParts>
    <vt:vector size="5" baseType="lpstr">
      <vt:lpstr>Arial</vt:lpstr>
      <vt:lpstr>Calibri</vt:lpstr>
      <vt:lpstr>1_Office ​​テーマ</vt:lpstr>
      <vt:lpstr>ところで、おまえ誰よ？</vt:lpstr>
      <vt:lpstr>ところで、おまえ誰よ？</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「たいわ」対話・ダイアログを続ける。その仕掛けの実験と検証  よりよいManagementを促す対話・ダイアログとはなにか。一緒に考えてみましょう。  #EM_NAGOYA</dc:title>
  <dc:subject/>
  <dc:creator/>
  <cp:keywords/>
  <dc:description/>
  <cp:lastModifiedBy>裕史 加藤</cp:lastModifiedBy>
  <cp:revision>458</cp:revision>
  <dcterms:modified xsi:type="dcterms:W3CDTF">2026-03-09T08:28:17Z</dcterms:modified>
  <cp:category/>
</cp:coreProperties>
</file>